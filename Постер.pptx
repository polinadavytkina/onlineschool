
<file path=[Content_Types].xml><?xml version="1.0" encoding="utf-8"?>
<Types xmlns="http://schemas.openxmlformats.org/package/2006/content-types">
  <Override PartName="/ppt/slideMasters/slideMaster2.xml" ContentType="application/vnd.openxmlformats-officedocument.presentationml.slideMaster+xml"/>
  <Override PartName="/ppt/slideMasters/slideMaster3.xml" ContentType="application/vnd.openxmlformats-officedocument.presentationml.slideMaster+xml"/>
  <Default Extension="png" ContentType="image/png"/>
  <Override PartName="/ppt/theme/theme4.xml" ContentType="application/vnd.openxmlformats-officedocument.theme+xml"/>
  <Override PartName="/ppt/theme/theme5.xml" ContentType="application/vnd.openxmlformats-officedocument.theme+xml"/>
  <Override PartName="/ppt/slideMasters/slideMaster1.xml" ContentType="application/vnd.openxmlformats-officedocument.presentationml.slideMaster+xml"/>
  <Override PartName="/ppt/presProps.xml" ContentType="application/vnd.openxmlformats-officedocument.presentationml.presProps+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60" r:id="rId2"/>
    <p:sldMasterId id="2147483653" r:id="rId3"/>
  </p:sldMasterIdLst>
  <p:notesMasterIdLst>
    <p:notesMasterId r:id="rId5"/>
  </p:notesMasterIdLst>
  <p:handoutMasterIdLst>
    <p:handoutMasterId r:id="rId6"/>
  </p:handoutMasterIdLst>
  <p:sldIdLst>
    <p:sldId id="258" r:id="rId4"/>
  </p:sldIdLst>
  <p:sldSz cx="21388388" cy="30275213"/>
  <p:notesSz cx="6858000" cy="9144000"/>
  <p:defaultText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3053">
          <p15:clr>
            <a:srgbClr val="A4A3A4"/>
          </p15:clr>
        </p15:guide>
        <p15:guide id="2" orient="horz" pos="265">
          <p15:clr>
            <a:srgbClr val="A4A3A4"/>
          </p15:clr>
        </p15:guide>
        <p15:guide id="3" orient="horz" pos="18541">
          <p15:clr>
            <a:srgbClr val="A4A3A4"/>
          </p15:clr>
        </p15:guide>
        <p15:guide id="4" orient="horz">
          <p15:clr>
            <a:srgbClr val="A4A3A4"/>
          </p15:clr>
        </p15:guide>
        <p15:guide id="5" pos="13191">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3F5FA"/>
    <a:srgbClr val="CDD2DE"/>
    <a:srgbClr val="E3E9E5"/>
    <a:srgbClr val="EAEAEA"/>
    <a:srgbClr val="FFFF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0721" autoAdjust="0"/>
    <p:restoredTop sz="94694" autoAdjust="0"/>
  </p:normalViewPr>
  <p:slideViewPr>
    <p:cSldViewPr snapToGrid="0" snapToObjects="1" showGuides="1">
      <p:cViewPr>
        <p:scale>
          <a:sx n="50" d="100"/>
          <a:sy n="50" d="100"/>
        </p:scale>
        <p:origin x="-852" y="5976"/>
      </p:cViewPr>
      <p:guideLst>
        <p:guide orient="horz" pos="3053"/>
        <p:guide orient="horz" pos="265"/>
        <p:guide orient="horz" pos="18541"/>
        <p:guide orient="horz"/>
        <p:guide pos="1319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2730" y="-84"/>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commentAuthors" Target="commentAuthor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1/23/2022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xmlns="" val="26391135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1/23/2022</a:t>
            </a:fld>
            <a:endParaRPr lang="en-US" dirty="0"/>
          </a:p>
        </p:txBody>
      </p:sp>
      <p:sp>
        <p:nvSpPr>
          <p:cNvPr id="4" name="Slide Image Placeholder 3"/>
          <p:cNvSpPr>
            <a:spLocks noGrp="1" noRot="1" noChangeAspect="1"/>
          </p:cNvSpPr>
          <p:nvPr>
            <p:ph type="sldImg" idx="2"/>
          </p:nvPr>
        </p:nvSpPr>
        <p:spPr>
          <a:xfrm>
            <a:off x="2217738" y="685800"/>
            <a:ext cx="242252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xmlns="" val="3109100856"/>
      </p:ext>
    </p:extLst>
  </p:cSld>
  <p:clrMap bg1="lt1" tx1="dk1" bg2="lt2" tx2="dk2" accent1="accent1" accent2="accent2" accent3="accent3" accent4="accent4" accent5="accent5" accent6="accent6" hlink="hlink" folHlink="folHlink"/>
  <p:notesStyle>
    <a:lvl1pPr marL="0" algn="l" defTabSz="3038715" rtl="0" eaLnBrk="1" latinLnBrk="0" hangingPunct="1">
      <a:defRPr sz="4100" kern="1200">
        <a:solidFill>
          <a:schemeClr val="tx1"/>
        </a:solidFill>
        <a:latin typeface="+mn-lt"/>
        <a:ea typeface="+mn-ea"/>
        <a:cs typeface="+mn-cs"/>
      </a:defRPr>
    </a:lvl1pPr>
    <a:lvl2pPr marL="1519358" algn="l" defTabSz="3038715" rtl="0" eaLnBrk="1" latinLnBrk="0" hangingPunct="1">
      <a:defRPr sz="4100" kern="1200">
        <a:solidFill>
          <a:schemeClr val="tx1"/>
        </a:solidFill>
        <a:latin typeface="+mn-lt"/>
        <a:ea typeface="+mn-ea"/>
        <a:cs typeface="+mn-cs"/>
      </a:defRPr>
    </a:lvl2pPr>
    <a:lvl3pPr marL="3038715" algn="l" defTabSz="3038715" rtl="0" eaLnBrk="1" latinLnBrk="0" hangingPunct="1">
      <a:defRPr sz="4100" kern="1200">
        <a:solidFill>
          <a:schemeClr val="tx1"/>
        </a:solidFill>
        <a:latin typeface="+mn-lt"/>
        <a:ea typeface="+mn-ea"/>
        <a:cs typeface="+mn-cs"/>
      </a:defRPr>
    </a:lvl3pPr>
    <a:lvl4pPr marL="4558071" algn="l" defTabSz="3038715" rtl="0" eaLnBrk="1" latinLnBrk="0" hangingPunct="1">
      <a:defRPr sz="4100" kern="1200">
        <a:solidFill>
          <a:schemeClr val="tx1"/>
        </a:solidFill>
        <a:latin typeface="+mn-lt"/>
        <a:ea typeface="+mn-ea"/>
        <a:cs typeface="+mn-cs"/>
      </a:defRPr>
    </a:lvl4pPr>
    <a:lvl5pPr marL="6077429" algn="l" defTabSz="3038715" rtl="0" eaLnBrk="1" latinLnBrk="0" hangingPunct="1">
      <a:defRPr sz="4100" kern="1200">
        <a:solidFill>
          <a:schemeClr val="tx1"/>
        </a:solidFill>
        <a:latin typeface="+mn-lt"/>
        <a:ea typeface="+mn-ea"/>
        <a:cs typeface="+mn-cs"/>
      </a:defRPr>
    </a:lvl5pPr>
    <a:lvl6pPr marL="7596786" algn="l" defTabSz="3038715" rtl="0" eaLnBrk="1" latinLnBrk="0" hangingPunct="1">
      <a:defRPr sz="4100" kern="1200">
        <a:solidFill>
          <a:schemeClr val="tx1"/>
        </a:solidFill>
        <a:latin typeface="+mn-lt"/>
        <a:ea typeface="+mn-ea"/>
        <a:cs typeface="+mn-cs"/>
      </a:defRPr>
    </a:lvl6pPr>
    <a:lvl7pPr marL="9116145" algn="l" defTabSz="3038715" rtl="0" eaLnBrk="1" latinLnBrk="0" hangingPunct="1">
      <a:defRPr sz="4100" kern="1200">
        <a:solidFill>
          <a:schemeClr val="tx1"/>
        </a:solidFill>
        <a:latin typeface="+mn-lt"/>
        <a:ea typeface="+mn-ea"/>
        <a:cs typeface="+mn-cs"/>
      </a:defRPr>
    </a:lvl7pPr>
    <a:lvl8pPr marL="10635501" algn="l" defTabSz="3038715" rtl="0" eaLnBrk="1" latinLnBrk="0" hangingPunct="1">
      <a:defRPr sz="4100" kern="1200">
        <a:solidFill>
          <a:schemeClr val="tx1"/>
        </a:solidFill>
        <a:latin typeface="+mn-lt"/>
        <a:ea typeface="+mn-ea"/>
        <a:cs typeface="+mn-cs"/>
      </a:defRPr>
    </a:lvl8pPr>
    <a:lvl9pPr marL="12154859" algn="l" defTabSz="3038715" rtl="0" eaLnBrk="1" latinLnBrk="0" hangingPunct="1">
      <a:defRPr sz="41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2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40616" y="4800969"/>
            <a:ext cx="10101856" cy="634878"/>
          </a:xfrm>
          <a:prstGeom prst="rect">
            <a:avLst/>
          </a:prstGeom>
        </p:spPr>
        <p:txBody>
          <a:bodyPr wrap="square" lIns="158267" tIns="158267" rIns="158267" bIns="158267">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49463" y="4278324"/>
            <a:ext cx="1009388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tx1"/>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49461" y="12222236"/>
            <a:ext cx="10096349"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tx1"/>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0846594" y="4278324"/>
            <a:ext cx="1009375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tx1"/>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0846594" y="4800969"/>
            <a:ext cx="10093752" cy="634878"/>
          </a:xfrm>
          <a:prstGeom prst="rect">
            <a:avLst/>
          </a:prstGeom>
        </p:spPr>
        <p:txBody>
          <a:bodyPr wrap="square" lIns="158267" tIns="158267" rIns="158267" bIns="158267">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0846595" y="12238205"/>
            <a:ext cx="10090978"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tx1"/>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0842726" y="12799297"/>
            <a:ext cx="10094847" cy="634878"/>
          </a:xfrm>
          <a:prstGeom prst="rect">
            <a:avLst/>
          </a:prstGeom>
        </p:spPr>
        <p:txBody>
          <a:bodyPr wrap="square" lIns="158267" tIns="158267" rIns="158267" bIns="158267">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0854419" y="22768389"/>
            <a:ext cx="10085926"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tx1"/>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0846595" y="23343627"/>
            <a:ext cx="10090978" cy="634878"/>
          </a:xfrm>
          <a:prstGeom prst="rect">
            <a:avLst/>
          </a:prstGeom>
        </p:spPr>
        <p:txBody>
          <a:bodyPr wrap="square" lIns="158267" tIns="158267" rIns="158267" bIns="158267">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40616" y="12784644"/>
            <a:ext cx="10102728" cy="634878"/>
          </a:xfrm>
          <a:prstGeom prst="rect">
            <a:avLst/>
          </a:prstGeom>
        </p:spPr>
        <p:txBody>
          <a:bodyPr wrap="square" lIns="158267" tIns="158267" rIns="158267" bIns="158267">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15" name="Text Placeholder 76"/>
          <p:cNvSpPr>
            <a:spLocks noGrp="1"/>
          </p:cNvSpPr>
          <p:nvPr>
            <p:ph type="body" sz="quarter" idx="150" hasCustomPrompt="1"/>
          </p:nvPr>
        </p:nvSpPr>
        <p:spPr>
          <a:xfrm>
            <a:off x="2890078" y="2465707"/>
            <a:ext cx="15608232" cy="634879"/>
          </a:xfrm>
          <a:prstGeom prst="rect">
            <a:avLst/>
          </a:prstGeom>
        </p:spPr>
        <p:txBody>
          <a:bodyPr lIns="54681" tIns="27341" rIns="54681" bIns="27341">
            <a:normAutofit/>
          </a:bodyPr>
          <a:lstStyle>
            <a:lvl1pPr marL="0" indent="0" algn="ctr">
              <a:buFontTx/>
              <a:buNone/>
              <a:defRPr sz="3600">
                <a:solidFill>
                  <a:schemeClr val="bg1"/>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16" name="Text Placeholder 76"/>
          <p:cNvSpPr>
            <a:spLocks noGrp="1"/>
          </p:cNvSpPr>
          <p:nvPr>
            <p:ph type="body" sz="quarter" idx="151" hasCustomPrompt="1"/>
          </p:nvPr>
        </p:nvSpPr>
        <p:spPr>
          <a:xfrm>
            <a:off x="2890078" y="1640683"/>
            <a:ext cx="15608232" cy="799561"/>
          </a:xfrm>
          <a:prstGeom prst="rect">
            <a:avLst/>
          </a:prstGeom>
        </p:spPr>
        <p:txBody>
          <a:bodyPr lIns="54681" tIns="27341" rIns="54681" bIns="27341" anchor="t" anchorCtr="1">
            <a:normAutofit/>
          </a:bodyPr>
          <a:lstStyle>
            <a:lvl1pPr marL="0" indent="0" algn="ctr">
              <a:buFontTx/>
              <a:buNone/>
              <a:defRPr sz="4800" b="1">
                <a:solidFill>
                  <a:schemeClr val="bg1"/>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17" name="Text Placeholder 76"/>
          <p:cNvSpPr>
            <a:spLocks noGrp="1"/>
          </p:cNvSpPr>
          <p:nvPr>
            <p:ph type="body" sz="quarter" idx="153" hasCustomPrompt="1"/>
          </p:nvPr>
        </p:nvSpPr>
        <p:spPr>
          <a:xfrm>
            <a:off x="2890078" y="413973"/>
            <a:ext cx="15608232" cy="1163816"/>
          </a:xfrm>
          <a:prstGeom prst="rect">
            <a:avLst/>
          </a:prstGeom>
        </p:spPr>
        <p:txBody>
          <a:bodyPr lIns="54681" tIns="27341" rIns="54681" bIns="27341" anchor="t" anchorCtr="1">
            <a:normAutofit/>
          </a:bodyPr>
          <a:lstStyle>
            <a:lvl1pPr marL="0" indent="0" algn="ctr">
              <a:buFontTx/>
              <a:buNone/>
              <a:defRPr sz="7200" b="1">
                <a:solidFill>
                  <a:schemeClr val="bg1"/>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Quick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40616" y="4800969"/>
            <a:ext cx="10101856" cy="634878"/>
          </a:xfrm>
          <a:prstGeom prst="rect">
            <a:avLst/>
          </a:prstGeom>
        </p:spPr>
        <p:txBody>
          <a:bodyPr wrap="square" lIns="158267" tIns="158267" rIns="158267" bIns="158267">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49463" y="4278324"/>
            <a:ext cx="1009388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tx1"/>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49461" y="12222236"/>
            <a:ext cx="10096349"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tx1"/>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0846594" y="4278324"/>
            <a:ext cx="1009375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tx1"/>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0846594" y="4800969"/>
            <a:ext cx="10093752" cy="634878"/>
          </a:xfrm>
          <a:prstGeom prst="rect">
            <a:avLst/>
          </a:prstGeom>
        </p:spPr>
        <p:txBody>
          <a:bodyPr wrap="square" lIns="158267" tIns="158267" rIns="158267" bIns="158267">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0846595" y="12238205"/>
            <a:ext cx="10090978"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tx1"/>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0842726" y="12799297"/>
            <a:ext cx="10094847" cy="634878"/>
          </a:xfrm>
          <a:prstGeom prst="rect">
            <a:avLst/>
          </a:prstGeom>
        </p:spPr>
        <p:txBody>
          <a:bodyPr wrap="square" lIns="158267" tIns="158267" rIns="158267" bIns="158267">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0854419" y="22768389"/>
            <a:ext cx="10085926"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tx1"/>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0846595" y="23343627"/>
            <a:ext cx="10090978" cy="634878"/>
          </a:xfrm>
          <a:prstGeom prst="rect">
            <a:avLst/>
          </a:prstGeom>
        </p:spPr>
        <p:txBody>
          <a:bodyPr wrap="square" lIns="158267" tIns="158267" rIns="158267" bIns="158267">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40616" y="12784644"/>
            <a:ext cx="10102728" cy="634878"/>
          </a:xfrm>
          <a:prstGeom prst="rect">
            <a:avLst/>
          </a:prstGeom>
        </p:spPr>
        <p:txBody>
          <a:bodyPr wrap="square" lIns="158267" tIns="158267" rIns="158267" bIns="158267">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18" name="Text Placeholder 76">
            <a:extLst>
              <a:ext uri="{FF2B5EF4-FFF2-40B4-BE49-F238E27FC236}">
                <a16:creationId xmlns:a16="http://schemas.microsoft.com/office/drawing/2014/main" xmlns="" id="{621962F0-2FB5-7C42-B101-5B01FD1A207F}"/>
              </a:ext>
            </a:extLst>
          </p:cNvPr>
          <p:cNvSpPr>
            <a:spLocks noGrp="1"/>
          </p:cNvSpPr>
          <p:nvPr>
            <p:ph type="body" sz="quarter" idx="150" hasCustomPrompt="1"/>
          </p:nvPr>
        </p:nvSpPr>
        <p:spPr>
          <a:xfrm>
            <a:off x="2890078" y="2465707"/>
            <a:ext cx="15608232" cy="634879"/>
          </a:xfrm>
          <a:prstGeom prst="rect">
            <a:avLst/>
          </a:prstGeom>
        </p:spPr>
        <p:txBody>
          <a:bodyPr lIns="54681" tIns="27341" rIns="54681" bIns="27341">
            <a:normAutofit/>
          </a:bodyPr>
          <a:lstStyle>
            <a:lvl1pPr marL="0" indent="0" algn="ctr">
              <a:buFontTx/>
              <a:buNone/>
              <a:defRPr sz="3600">
                <a:solidFill>
                  <a:schemeClr val="bg1"/>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19" name="Text Placeholder 76">
            <a:extLst>
              <a:ext uri="{FF2B5EF4-FFF2-40B4-BE49-F238E27FC236}">
                <a16:creationId xmlns:a16="http://schemas.microsoft.com/office/drawing/2014/main" xmlns="" id="{19D0876B-0DFC-D445-BDA3-8DF0B7139E59}"/>
              </a:ext>
            </a:extLst>
          </p:cNvPr>
          <p:cNvSpPr>
            <a:spLocks noGrp="1"/>
          </p:cNvSpPr>
          <p:nvPr>
            <p:ph type="body" sz="quarter" idx="151" hasCustomPrompt="1"/>
          </p:nvPr>
        </p:nvSpPr>
        <p:spPr>
          <a:xfrm>
            <a:off x="2890078" y="1640683"/>
            <a:ext cx="15608232" cy="799561"/>
          </a:xfrm>
          <a:prstGeom prst="rect">
            <a:avLst/>
          </a:prstGeom>
        </p:spPr>
        <p:txBody>
          <a:bodyPr lIns="54681" tIns="27341" rIns="54681" bIns="27341" anchor="t" anchorCtr="1">
            <a:normAutofit/>
          </a:bodyPr>
          <a:lstStyle>
            <a:lvl1pPr marL="0" indent="0" algn="ctr">
              <a:buFontTx/>
              <a:buNone/>
              <a:defRPr sz="4800" b="1">
                <a:solidFill>
                  <a:schemeClr val="bg1"/>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21" name="Text Placeholder 76">
            <a:extLst>
              <a:ext uri="{FF2B5EF4-FFF2-40B4-BE49-F238E27FC236}">
                <a16:creationId xmlns:a16="http://schemas.microsoft.com/office/drawing/2014/main" xmlns="" id="{1A5071DD-38FF-0047-B9F0-D7FF3F4A2D58}"/>
              </a:ext>
            </a:extLst>
          </p:cNvPr>
          <p:cNvSpPr>
            <a:spLocks noGrp="1"/>
          </p:cNvSpPr>
          <p:nvPr>
            <p:ph type="body" sz="quarter" idx="153" hasCustomPrompt="1"/>
          </p:nvPr>
        </p:nvSpPr>
        <p:spPr>
          <a:xfrm>
            <a:off x="2890078" y="413973"/>
            <a:ext cx="15608232" cy="1163816"/>
          </a:xfrm>
          <a:prstGeom prst="rect">
            <a:avLst/>
          </a:prstGeom>
        </p:spPr>
        <p:txBody>
          <a:bodyPr lIns="54681" tIns="27341" rIns="54681" bIns="27341" anchor="t" anchorCtr="1">
            <a:normAutofit/>
          </a:bodyPr>
          <a:lstStyle>
            <a:lvl1pPr marL="0" indent="0" algn="ctr">
              <a:buFontTx/>
              <a:buNone/>
              <a:defRPr sz="7200" b="1">
                <a:solidFill>
                  <a:schemeClr val="bg1"/>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extLst>
      <p:ext uri="{BB962C8B-B14F-4D97-AF65-F5344CB8AC3E}">
        <p14:creationId xmlns:p14="http://schemas.microsoft.com/office/powerpoint/2010/main" xmlns="" val="2802720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0238" y="4664708"/>
            <a:ext cx="4900732" cy="634878"/>
          </a:xfrm>
          <a:prstGeom prst="rect">
            <a:avLst/>
          </a:prstGeom>
        </p:spPr>
        <p:txBody>
          <a:bodyPr wrap="square" lIns="158267" tIns="158267" rIns="158267" bIns="158267">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459085" y="4103614"/>
            <a:ext cx="4896865" cy="553829"/>
          </a:xfrm>
          <a:prstGeom prst="rect">
            <a:avLst/>
          </a:prstGeom>
          <a:noFill/>
        </p:spPr>
        <p:txBody>
          <a:bodyPr lIns="63307" tIns="63307" rIns="63307" bIns="63307" anchor="ctr" anchorCtr="0">
            <a:spAutoFit/>
          </a:bodyPr>
          <a:lstStyle>
            <a:lvl1pPr marL="0" indent="0" algn="ctr">
              <a:buNone/>
              <a:defRPr sz="2800" b="1" u="sng" baseline="0">
                <a:solidFill>
                  <a:schemeClr val="tx1"/>
                </a:solidFill>
              </a:defRPr>
            </a:lvl1pPr>
          </a:lstStyle>
          <a:p>
            <a:pPr lvl="0"/>
            <a:r>
              <a:rPr lang="en-US" dirty="0"/>
              <a:t>(click to add) ABSTRACT</a:t>
            </a:r>
          </a:p>
        </p:txBody>
      </p:sp>
      <p:sp>
        <p:nvSpPr>
          <p:cNvPr id="19" name="Text Placeholder 3"/>
          <p:cNvSpPr>
            <a:spLocks noGrp="1"/>
          </p:cNvSpPr>
          <p:nvPr>
            <p:ph type="body" sz="quarter" idx="19" hasCustomPrompt="1"/>
          </p:nvPr>
        </p:nvSpPr>
        <p:spPr>
          <a:xfrm>
            <a:off x="449463" y="12477489"/>
            <a:ext cx="4901505" cy="634878"/>
          </a:xfrm>
          <a:prstGeom prst="rect">
            <a:avLst/>
          </a:prstGeom>
        </p:spPr>
        <p:txBody>
          <a:bodyPr wrap="square" lIns="158267" tIns="158267" rIns="158267" bIns="158267">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459083" y="11945926"/>
            <a:ext cx="4897637"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tx1"/>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5656101" y="4657408"/>
            <a:ext cx="10096977" cy="634878"/>
          </a:xfrm>
          <a:prstGeom prst="rect">
            <a:avLst/>
          </a:prstGeom>
        </p:spPr>
        <p:txBody>
          <a:bodyPr wrap="square" lIns="158267" tIns="158267" rIns="158267" bIns="158267">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5656103" y="4103614"/>
            <a:ext cx="10096977"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tx1"/>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5656103" y="18818247"/>
            <a:ext cx="10096977" cy="634878"/>
          </a:xfrm>
          <a:prstGeom prst="rect">
            <a:avLst/>
          </a:prstGeom>
        </p:spPr>
        <p:txBody>
          <a:bodyPr wrap="square" lIns="158267" tIns="158267" rIns="158267" bIns="158267">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5656103" y="18257156"/>
            <a:ext cx="10096977"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tx1"/>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15956036" y="4103614"/>
            <a:ext cx="4895959"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tx1"/>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15956036" y="4664708"/>
            <a:ext cx="4895959" cy="634878"/>
          </a:xfrm>
          <a:prstGeom prst="rect">
            <a:avLst/>
          </a:prstGeom>
        </p:spPr>
        <p:txBody>
          <a:bodyPr wrap="square" lIns="158267" tIns="158267" rIns="158267" bIns="158267">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15953263" y="12001316"/>
            <a:ext cx="4895959"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tx1"/>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15984662" y="12562407"/>
            <a:ext cx="4860425" cy="634878"/>
          </a:xfrm>
          <a:prstGeom prst="rect">
            <a:avLst/>
          </a:prstGeom>
        </p:spPr>
        <p:txBody>
          <a:bodyPr wrap="square" lIns="158267" tIns="158267" rIns="158267" bIns="158267">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15956036" y="22924632"/>
            <a:ext cx="4895959" cy="553829"/>
          </a:xfrm>
          <a:prstGeom prst="rect">
            <a:avLst/>
          </a:prstGeom>
          <a:noFill/>
        </p:spPr>
        <p:txBody>
          <a:bodyPr wrap="square" lIns="63307" tIns="63307" rIns="63307" bIns="63307" anchor="ctr" anchorCtr="0">
            <a:spAutoFit/>
          </a:bodyPr>
          <a:lstStyle>
            <a:lvl1pPr marL="0" indent="0" algn="ctr">
              <a:buNone/>
              <a:defRPr sz="2800" b="1" u="sng" baseline="0">
                <a:solidFill>
                  <a:schemeClr val="tx1"/>
                </a:solidFill>
              </a:defRPr>
            </a:lvl1pPr>
          </a:lstStyle>
          <a:p>
            <a:pPr lvl="0"/>
            <a:r>
              <a:rPr lang="en-US" dirty="0"/>
              <a:t>(click to add)  CONTACT</a:t>
            </a:r>
          </a:p>
        </p:txBody>
      </p:sp>
      <p:sp>
        <p:nvSpPr>
          <p:cNvPr id="30" name="Text Placeholder 3"/>
          <p:cNvSpPr>
            <a:spLocks noGrp="1"/>
          </p:cNvSpPr>
          <p:nvPr>
            <p:ph type="body" sz="quarter" idx="30" hasCustomPrompt="1"/>
          </p:nvPr>
        </p:nvSpPr>
        <p:spPr>
          <a:xfrm>
            <a:off x="15946674" y="23534316"/>
            <a:ext cx="4898411" cy="634878"/>
          </a:xfrm>
          <a:prstGeom prst="rect">
            <a:avLst/>
          </a:prstGeom>
        </p:spPr>
        <p:txBody>
          <a:bodyPr wrap="square" lIns="158267" tIns="158267" rIns="158267" bIns="158267">
            <a:spAutoFit/>
          </a:bodyPr>
          <a:lstStyle>
            <a:lvl1pPr marL="47625" indent="-47625">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Enter your text here</a:t>
            </a:r>
          </a:p>
        </p:txBody>
      </p:sp>
      <p:sp>
        <p:nvSpPr>
          <p:cNvPr id="31" name="Text Placeholder 76">
            <a:extLst>
              <a:ext uri="{FF2B5EF4-FFF2-40B4-BE49-F238E27FC236}">
                <a16:creationId xmlns:a16="http://schemas.microsoft.com/office/drawing/2014/main" xmlns="" id="{8B073039-F8EE-AC4E-B79D-F493066990AA}"/>
              </a:ext>
            </a:extLst>
          </p:cNvPr>
          <p:cNvSpPr>
            <a:spLocks noGrp="1"/>
          </p:cNvSpPr>
          <p:nvPr>
            <p:ph type="body" sz="quarter" idx="150" hasCustomPrompt="1"/>
          </p:nvPr>
        </p:nvSpPr>
        <p:spPr>
          <a:xfrm>
            <a:off x="2890078" y="2465707"/>
            <a:ext cx="15608232" cy="634879"/>
          </a:xfrm>
          <a:prstGeom prst="rect">
            <a:avLst/>
          </a:prstGeom>
        </p:spPr>
        <p:txBody>
          <a:bodyPr lIns="54681" tIns="27341" rIns="54681" bIns="27341">
            <a:normAutofit/>
          </a:bodyPr>
          <a:lstStyle>
            <a:lvl1pPr marL="0" indent="0" algn="ctr">
              <a:buFontTx/>
              <a:buNone/>
              <a:defRPr sz="3600">
                <a:solidFill>
                  <a:schemeClr val="bg1"/>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32" name="Text Placeholder 76">
            <a:extLst>
              <a:ext uri="{FF2B5EF4-FFF2-40B4-BE49-F238E27FC236}">
                <a16:creationId xmlns:a16="http://schemas.microsoft.com/office/drawing/2014/main" xmlns="" id="{D4BA4B61-C743-3044-AE3B-DF5FF259D379}"/>
              </a:ext>
            </a:extLst>
          </p:cNvPr>
          <p:cNvSpPr>
            <a:spLocks noGrp="1"/>
          </p:cNvSpPr>
          <p:nvPr>
            <p:ph type="body" sz="quarter" idx="151" hasCustomPrompt="1"/>
          </p:nvPr>
        </p:nvSpPr>
        <p:spPr>
          <a:xfrm>
            <a:off x="2890078" y="1640683"/>
            <a:ext cx="15608232" cy="799561"/>
          </a:xfrm>
          <a:prstGeom prst="rect">
            <a:avLst/>
          </a:prstGeom>
        </p:spPr>
        <p:txBody>
          <a:bodyPr lIns="54681" tIns="27341" rIns="54681" bIns="27341" anchor="t" anchorCtr="1">
            <a:normAutofit/>
          </a:bodyPr>
          <a:lstStyle>
            <a:lvl1pPr marL="0" indent="0" algn="ctr">
              <a:buFontTx/>
              <a:buNone/>
              <a:defRPr sz="4800" b="1">
                <a:solidFill>
                  <a:schemeClr val="bg1"/>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33" name="Text Placeholder 76">
            <a:extLst>
              <a:ext uri="{FF2B5EF4-FFF2-40B4-BE49-F238E27FC236}">
                <a16:creationId xmlns:a16="http://schemas.microsoft.com/office/drawing/2014/main" xmlns="" id="{70BFD1C3-BD8D-B849-B89A-7B922025D675}"/>
              </a:ext>
            </a:extLst>
          </p:cNvPr>
          <p:cNvSpPr>
            <a:spLocks noGrp="1"/>
          </p:cNvSpPr>
          <p:nvPr>
            <p:ph type="body" sz="quarter" idx="153" hasCustomPrompt="1"/>
          </p:nvPr>
        </p:nvSpPr>
        <p:spPr>
          <a:xfrm>
            <a:off x="2890078" y="413973"/>
            <a:ext cx="15608232" cy="1163816"/>
          </a:xfrm>
          <a:prstGeom prst="rect">
            <a:avLst/>
          </a:prstGeom>
        </p:spPr>
        <p:txBody>
          <a:bodyPr lIns="54681" tIns="27341" rIns="54681" bIns="27341" anchor="t" anchorCtr="1">
            <a:normAutofit/>
          </a:bodyPr>
          <a:lstStyle>
            <a:lvl1pPr marL="0" indent="0" algn="ctr">
              <a:buFontTx/>
              <a:buNone/>
              <a:defRPr sz="7200" b="1">
                <a:solidFill>
                  <a:schemeClr val="bg1"/>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 name="Rounded Rectangle 39"/>
          <p:cNvSpPr/>
          <p:nvPr userDrawn="1"/>
        </p:nvSpPr>
        <p:spPr>
          <a:xfrm>
            <a:off x="410163" y="3949273"/>
            <a:ext cx="10105386" cy="24571786"/>
          </a:xfrm>
          <a:prstGeom prst="roundRect">
            <a:avLst>
              <a:gd name="adj" fmla="val 3888"/>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ounded Rectangle 41"/>
          <p:cNvSpPr/>
          <p:nvPr userDrawn="1"/>
        </p:nvSpPr>
        <p:spPr>
          <a:xfrm>
            <a:off x="10867092" y="3949273"/>
            <a:ext cx="10105386" cy="24571786"/>
          </a:xfrm>
          <a:prstGeom prst="roundRect">
            <a:avLst>
              <a:gd name="adj" fmla="val 3888"/>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5" name="Group 74"/>
          <p:cNvGrpSpPr/>
          <p:nvPr userDrawn="1"/>
        </p:nvGrpSpPr>
        <p:grpSpPr>
          <a:xfrm rot="10800000">
            <a:off x="-33056" y="28779870"/>
            <a:ext cx="21449567" cy="1502229"/>
            <a:chOff x="-14192" y="1382"/>
            <a:chExt cx="27451941" cy="4572641"/>
          </a:xfrm>
        </p:grpSpPr>
        <p:sp>
          <p:nvSpPr>
            <p:cNvPr id="76" name="Rectangle 16"/>
            <p:cNvSpPr/>
            <p:nvPr userDrawn="1"/>
          </p:nvSpPr>
          <p:spPr>
            <a:xfrm>
              <a:off x="4001" y="707796"/>
              <a:ext cx="27429212" cy="3866227"/>
            </a:xfrm>
            <a:custGeom>
              <a:avLst/>
              <a:gdLst>
                <a:gd name="connsiteX0" fmla="*/ 0 w 43891200"/>
                <a:gd name="connsiteY0" fmla="*/ 0 h 7027483"/>
                <a:gd name="connsiteX1" fmla="*/ 43891200 w 43891200"/>
                <a:gd name="connsiteY1" fmla="*/ 0 h 7027483"/>
                <a:gd name="connsiteX2" fmla="*/ 43891200 w 43891200"/>
                <a:gd name="connsiteY2" fmla="*/ 7027483 h 7027483"/>
                <a:gd name="connsiteX3" fmla="*/ 0 w 43891200"/>
                <a:gd name="connsiteY3" fmla="*/ 7027483 h 7027483"/>
                <a:gd name="connsiteX4" fmla="*/ 0 w 43891200"/>
                <a:gd name="connsiteY4"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617527 w 43891200"/>
                <a:gd name="connsiteY3" fmla="*/ 6999261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32864 w 43891200"/>
                <a:gd name="connsiteY3" fmla="*/ 3330294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89306 w 43891200"/>
                <a:gd name="connsiteY3" fmla="*/ 3104512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89306 w 43891200"/>
                <a:gd name="connsiteY3" fmla="*/ 3104512 h 7027483"/>
                <a:gd name="connsiteX4" fmla="*/ 84664 w 43891200"/>
                <a:gd name="connsiteY4" fmla="*/ 5531673 h 7027483"/>
                <a:gd name="connsiteX5" fmla="*/ 0 w 43891200"/>
                <a:gd name="connsiteY5" fmla="*/ 0 h 7027483"/>
                <a:gd name="connsiteX0" fmla="*/ 0 w 43891200"/>
                <a:gd name="connsiteY0" fmla="*/ 0 h 7272584"/>
                <a:gd name="connsiteX1" fmla="*/ 43891200 w 43891200"/>
                <a:gd name="connsiteY1" fmla="*/ 0 h 7272584"/>
                <a:gd name="connsiteX2" fmla="*/ 43891200 w 43891200"/>
                <a:gd name="connsiteY2" fmla="*/ 7027483 h 7272584"/>
                <a:gd name="connsiteX3" fmla="*/ 37534349 w 43891200"/>
                <a:gd name="connsiteY3" fmla="*/ 5432466 h 7272584"/>
                <a:gd name="connsiteX4" fmla="*/ 21589306 w 43891200"/>
                <a:gd name="connsiteY4" fmla="*/ 3104512 h 7272584"/>
                <a:gd name="connsiteX5" fmla="*/ 84664 w 43891200"/>
                <a:gd name="connsiteY5" fmla="*/ 5531673 h 7272584"/>
                <a:gd name="connsiteX6" fmla="*/ 0 w 43891200"/>
                <a:gd name="connsiteY6" fmla="*/ 0 h 7272584"/>
                <a:gd name="connsiteX0" fmla="*/ 0 w 43891200"/>
                <a:gd name="connsiteY0" fmla="*/ 0 h 7027483"/>
                <a:gd name="connsiteX1" fmla="*/ 43891200 w 43891200"/>
                <a:gd name="connsiteY1" fmla="*/ 0 h 7027483"/>
                <a:gd name="connsiteX2" fmla="*/ 43891200 w 43891200"/>
                <a:gd name="connsiteY2" fmla="*/ 7027483 h 7027483"/>
                <a:gd name="connsiteX3" fmla="*/ 37534349 w 43891200"/>
                <a:gd name="connsiteY3" fmla="*/ 5432466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423313 w 43891200"/>
                <a:gd name="connsiteY4" fmla="*/ 3012175 h 7027483"/>
                <a:gd name="connsiteX5" fmla="*/ 84664 w 43891200"/>
                <a:gd name="connsiteY5" fmla="*/ 5531673 h 7027483"/>
                <a:gd name="connsiteX6" fmla="*/ 0 w 43891200"/>
                <a:gd name="connsiteY6" fmla="*/ 0 h 7027483"/>
                <a:gd name="connsiteX0" fmla="*/ 0 w 43891200"/>
                <a:gd name="connsiteY0" fmla="*/ 0 h 6029592"/>
                <a:gd name="connsiteX1" fmla="*/ 43891200 w 43891200"/>
                <a:gd name="connsiteY1" fmla="*/ 0 h 6029592"/>
                <a:gd name="connsiteX2" fmla="*/ 43852760 w 43891200"/>
                <a:gd name="connsiteY2" fmla="*/ 6029592 h 6029592"/>
                <a:gd name="connsiteX3" fmla="*/ 37534347 w 43891200"/>
                <a:gd name="connsiteY3" fmla="*/ 5179307 h 6029592"/>
                <a:gd name="connsiteX4" fmla="*/ 21423313 w 43891200"/>
                <a:gd name="connsiteY4" fmla="*/ 3012175 h 6029592"/>
                <a:gd name="connsiteX5" fmla="*/ 84664 w 43891200"/>
                <a:gd name="connsiteY5" fmla="*/ 5531673 h 6029592"/>
                <a:gd name="connsiteX6" fmla="*/ 0 w 43891200"/>
                <a:gd name="connsiteY6" fmla="*/ 0 h 6029592"/>
                <a:gd name="connsiteX0" fmla="*/ 0 w 43891200"/>
                <a:gd name="connsiteY0" fmla="*/ 0 h 6029592"/>
                <a:gd name="connsiteX1" fmla="*/ 43891200 w 43891200"/>
                <a:gd name="connsiteY1" fmla="*/ 0 h 6029592"/>
                <a:gd name="connsiteX2" fmla="*/ 43852760 w 43891200"/>
                <a:gd name="connsiteY2" fmla="*/ 6029592 h 6029592"/>
                <a:gd name="connsiteX3" fmla="*/ 36342689 w 43891200"/>
                <a:gd name="connsiteY3" fmla="*/ 4466527 h 6029592"/>
                <a:gd name="connsiteX4" fmla="*/ 21423313 w 43891200"/>
                <a:gd name="connsiteY4" fmla="*/ 3012175 h 6029592"/>
                <a:gd name="connsiteX5" fmla="*/ 84664 w 43891200"/>
                <a:gd name="connsiteY5" fmla="*/ 5531673 h 6029592"/>
                <a:gd name="connsiteX6" fmla="*/ 0 w 43891200"/>
                <a:gd name="connsiteY6" fmla="*/ 0 h 6029592"/>
                <a:gd name="connsiteX0" fmla="*/ 0 w 43891200"/>
                <a:gd name="connsiteY0" fmla="*/ 0 h 6079664"/>
                <a:gd name="connsiteX1" fmla="*/ 43891200 w 43891200"/>
                <a:gd name="connsiteY1" fmla="*/ 0 h 6079664"/>
                <a:gd name="connsiteX2" fmla="*/ 43852760 w 43891200"/>
                <a:gd name="connsiteY2" fmla="*/ 6029592 h 6079664"/>
                <a:gd name="connsiteX3" fmla="*/ 21423313 w 43891200"/>
                <a:gd name="connsiteY3" fmla="*/ 3012175 h 6079664"/>
                <a:gd name="connsiteX4" fmla="*/ 84664 w 43891200"/>
                <a:gd name="connsiteY4" fmla="*/ 5531673 h 6079664"/>
                <a:gd name="connsiteX5" fmla="*/ 0 w 43891200"/>
                <a:gd name="connsiteY5" fmla="*/ 0 h 6079664"/>
                <a:gd name="connsiteX0" fmla="*/ 0 w 43891200"/>
                <a:gd name="connsiteY0" fmla="*/ 0 h 6029592"/>
                <a:gd name="connsiteX1" fmla="*/ 43891200 w 43891200"/>
                <a:gd name="connsiteY1" fmla="*/ 0 h 6029592"/>
                <a:gd name="connsiteX2" fmla="*/ 43852760 w 43891200"/>
                <a:gd name="connsiteY2" fmla="*/ 6029592 h 6029592"/>
                <a:gd name="connsiteX3" fmla="*/ 21423313 w 43891200"/>
                <a:gd name="connsiteY3" fmla="*/ 3012175 h 6029592"/>
                <a:gd name="connsiteX4" fmla="*/ 84664 w 43891200"/>
                <a:gd name="connsiteY4" fmla="*/ 5531673 h 6029592"/>
                <a:gd name="connsiteX5" fmla="*/ 0 w 43891200"/>
                <a:gd name="connsiteY5" fmla="*/ 0 h 6029592"/>
                <a:gd name="connsiteX0" fmla="*/ 0 w 43891200"/>
                <a:gd name="connsiteY0" fmla="*/ 0 h 6029592"/>
                <a:gd name="connsiteX1" fmla="*/ 43891200 w 43891200"/>
                <a:gd name="connsiteY1" fmla="*/ 0 h 6029592"/>
                <a:gd name="connsiteX2" fmla="*/ 43852760 w 43891200"/>
                <a:gd name="connsiteY2" fmla="*/ 6029592 h 6029592"/>
                <a:gd name="connsiteX3" fmla="*/ 21423313 w 43891200"/>
                <a:gd name="connsiteY3" fmla="*/ 3012175 h 6029592"/>
                <a:gd name="connsiteX4" fmla="*/ 84664 w 43891200"/>
                <a:gd name="connsiteY4" fmla="*/ 5531673 h 6029592"/>
                <a:gd name="connsiteX5" fmla="*/ 0 w 43891200"/>
                <a:gd name="connsiteY5" fmla="*/ 0 h 6029592"/>
                <a:gd name="connsiteX0" fmla="*/ 0 w 43891200"/>
                <a:gd name="connsiteY0" fmla="*/ 0 h 5887037"/>
                <a:gd name="connsiteX1" fmla="*/ 43891200 w 43891200"/>
                <a:gd name="connsiteY1" fmla="*/ 0 h 5887037"/>
                <a:gd name="connsiteX2" fmla="*/ 43814321 w 43891200"/>
                <a:gd name="connsiteY2" fmla="*/ 5887037 h 5887037"/>
                <a:gd name="connsiteX3" fmla="*/ 21423313 w 43891200"/>
                <a:gd name="connsiteY3" fmla="*/ 3012175 h 5887037"/>
                <a:gd name="connsiteX4" fmla="*/ 84664 w 43891200"/>
                <a:gd name="connsiteY4" fmla="*/ 5531673 h 5887037"/>
                <a:gd name="connsiteX5" fmla="*/ 0 w 43891200"/>
                <a:gd name="connsiteY5" fmla="*/ 0 h 5887037"/>
                <a:gd name="connsiteX0" fmla="*/ 0 w 43891200"/>
                <a:gd name="connsiteY0" fmla="*/ 0 h 5745966"/>
                <a:gd name="connsiteX1" fmla="*/ 43891200 w 43891200"/>
                <a:gd name="connsiteY1" fmla="*/ 0 h 5745966"/>
                <a:gd name="connsiteX2" fmla="*/ 43814319 w 43891200"/>
                <a:gd name="connsiteY2" fmla="*/ 5745966 h 5745966"/>
                <a:gd name="connsiteX3" fmla="*/ 21423313 w 43891200"/>
                <a:gd name="connsiteY3" fmla="*/ 3012175 h 5745966"/>
                <a:gd name="connsiteX4" fmla="*/ 84664 w 43891200"/>
                <a:gd name="connsiteY4" fmla="*/ 5531673 h 5745966"/>
                <a:gd name="connsiteX5" fmla="*/ 0 w 43891200"/>
                <a:gd name="connsiteY5" fmla="*/ 0 h 5745966"/>
                <a:gd name="connsiteX0" fmla="*/ 0 w 43891200"/>
                <a:gd name="connsiteY0" fmla="*/ 0 h 5774180"/>
                <a:gd name="connsiteX1" fmla="*/ 43891200 w 43891200"/>
                <a:gd name="connsiteY1" fmla="*/ 0 h 5774180"/>
                <a:gd name="connsiteX2" fmla="*/ 43814319 w 43891200"/>
                <a:gd name="connsiteY2" fmla="*/ 5774180 h 5774180"/>
                <a:gd name="connsiteX3" fmla="*/ 21423313 w 43891200"/>
                <a:gd name="connsiteY3" fmla="*/ 3012175 h 5774180"/>
                <a:gd name="connsiteX4" fmla="*/ 84664 w 43891200"/>
                <a:gd name="connsiteY4" fmla="*/ 5531673 h 5774180"/>
                <a:gd name="connsiteX5" fmla="*/ 0 w 43891200"/>
                <a:gd name="connsiteY5" fmla="*/ 0 h 5774180"/>
                <a:gd name="connsiteX0" fmla="*/ 6633 w 43897833"/>
                <a:gd name="connsiteY0" fmla="*/ 0 h 5774180"/>
                <a:gd name="connsiteX1" fmla="*/ 43897833 w 43897833"/>
                <a:gd name="connsiteY1" fmla="*/ 0 h 5774180"/>
                <a:gd name="connsiteX2" fmla="*/ 43820952 w 43897833"/>
                <a:gd name="connsiteY2" fmla="*/ 5774180 h 5774180"/>
                <a:gd name="connsiteX3" fmla="*/ 21429946 w 43897833"/>
                <a:gd name="connsiteY3" fmla="*/ 3012175 h 5774180"/>
                <a:gd name="connsiteX4" fmla="*/ 0 w 43897833"/>
                <a:gd name="connsiteY4" fmla="*/ 5757386 h 5774180"/>
                <a:gd name="connsiteX5" fmla="*/ 6633 w 43897833"/>
                <a:gd name="connsiteY5" fmla="*/ 0 h 5774180"/>
                <a:gd name="connsiteX0" fmla="*/ 6633 w 43897833"/>
                <a:gd name="connsiteY0" fmla="*/ 0 h 5785600"/>
                <a:gd name="connsiteX1" fmla="*/ 43897833 w 43897833"/>
                <a:gd name="connsiteY1" fmla="*/ 0 h 5785600"/>
                <a:gd name="connsiteX2" fmla="*/ 43820952 w 43897833"/>
                <a:gd name="connsiteY2" fmla="*/ 5774180 h 5785600"/>
                <a:gd name="connsiteX3" fmla="*/ 21429946 w 43897833"/>
                <a:gd name="connsiteY3" fmla="*/ 3012175 h 5785600"/>
                <a:gd name="connsiteX4" fmla="*/ 0 w 43897833"/>
                <a:gd name="connsiteY4" fmla="*/ 5785600 h 5785600"/>
                <a:gd name="connsiteX5" fmla="*/ 6633 w 43897833"/>
                <a:gd name="connsiteY5" fmla="*/ 0 h 5785600"/>
                <a:gd name="connsiteX0" fmla="*/ 6633 w 43897833"/>
                <a:gd name="connsiteY0" fmla="*/ 0 h 5785600"/>
                <a:gd name="connsiteX1" fmla="*/ 43897833 w 43897833"/>
                <a:gd name="connsiteY1" fmla="*/ 0 h 5785600"/>
                <a:gd name="connsiteX2" fmla="*/ 43829914 w 43897833"/>
                <a:gd name="connsiteY2" fmla="*/ 5757562 h 5785600"/>
                <a:gd name="connsiteX3" fmla="*/ 21429946 w 43897833"/>
                <a:gd name="connsiteY3" fmla="*/ 3012175 h 5785600"/>
                <a:gd name="connsiteX4" fmla="*/ 0 w 43897833"/>
                <a:gd name="connsiteY4" fmla="*/ 5785600 h 5785600"/>
                <a:gd name="connsiteX5" fmla="*/ 6633 w 43897833"/>
                <a:gd name="connsiteY5" fmla="*/ 0 h 5785600"/>
                <a:gd name="connsiteX0" fmla="*/ 6633 w 43884390"/>
                <a:gd name="connsiteY0" fmla="*/ 4153 h 5789753"/>
                <a:gd name="connsiteX1" fmla="*/ 43884390 w 43884390"/>
                <a:gd name="connsiteY1" fmla="*/ 0 h 5789753"/>
                <a:gd name="connsiteX2" fmla="*/ 43829914 w 43884390"/>
                <a:gd name="connsiteY2" fmla="*/ 5761715 h 5789753"/>
                <a:gd name="connsiteX3" fmla="*/ 21429946 w 43884390"/>
                <a:gd name="connsiteY3" fmla="*/ 3016328 h 5789753"/>
                <a:gd name="connsiteX4" fmla="*/ 0 w 43884390"/>
                <a:gd name="connsiteY4" fmla="*/ 5789753 h 5789753"/>
                <a:gd name="connsiteX5" fmla="*/ 6633 w 43884390"/>
                <a:gd name="connsiteY5" fmla="*/ 4153 h 5789753"/>
                <a:gd name="connsiteX0" fmla="*/ 6633 w 43884392"/>
                <a:gd name="connsiteY0" fmla="*/ 0 h 5785600"/>
                <a:gd name="connsiteX1" fmla="*/ 43884392 w 43884392"/>
                <a:gd name="connsiteY1" fmla="*/ 1 h 5785600"/>
                <a:gd name="connsiteX2" fmla="*/ 43829914 w 43884392"/>
                <a:gd name="connsiteY2" fmla="*/ 5757562 h 5785600"/>
                <a:gd name="connsiteX3" fmla="*/ 21429946 w 43884392"/>
                <a:gd name="connsiteY3" fmla="*/ 3012175 h 5785600"/>
                <a:gd name="connsiteX4" fmla="*/ 0 w 43884392"/>
                <a:gd name="connsiteY4" fmla="*/ 5785600 h 5785600"/>
                <a:gd name="connsiteX5" fmla="*/ 6633 w 43884392"/>
                <a:gd name="connsiteY5" fmla="*/ 0 h 5785600"/>
                <a:gd name="connsiteX0" fmla="*/ 6633 w 43876785"/>
                <a:gd name="connsiteY0" fmla="*/ 7053 h 5792653"/>
                <a:gd name="connsiteX1" fmla="*/ 43876785 w 43876785"/>
                <a:gd name="connsiteY1" fmla="*/ 0 h 5792653"/>
                <a:gd name="connsiteX2" fmla="*/ 43829914 w 43876785"/>
                <a:gd name="connsiteY2" fmla="*/ 5764615 h 5792653"/>
                <a:gd name="connsiteX3" fmla="*/ 21429946 w 43876785"/>
                <a:gd name="connsiteY3" fmla="*/ 3019228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429946 w 43876785"/>
                <a:gd name="connsiteY3" fmla="*/ 3019228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852793 w 43876785"/>
                <a:gd name="connsiteY3" fmla="*/ 301922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852793 w 43876785"/>
                <a:gd name="connsiteY3" fmla="*/ 301922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64377 w 43876785"/>
                <a:gd name="connsiteY3" fmla="*/ 300041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44088 w 43876785"/>
                <a:gd name="connsiteY3" fmla="*/ 300041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801199"/>
                <a:gd name="connsiteX1" fmla="*/ 43876785 w 43876785"/>
                <a:gd name="connsiteY1" fmla="*/ 0 h 5801199"/>
                <a:gd name="connsiteX2" fmla="*/ 43831664 w 43876785"/>
                <a:gd name="connsiteY2" fmla="*/ 5801199 h 5801199"/>
                <a:gd name="connsiteX3" fmla="*/ 21923799 w 43876785"/>
                <a:gd name="connsiteY3" fmla="*/ 3009824 h 5801199"/>
                <a:gd name="connsiteX4" fmla="*/ 0 w 43876785"/>
                <a:gd name="connsiteY4" fmla="*/ 5792653 h 5801199"/>
                <a:gd name="connsiteX5" fmla="*/ 6633 w 43876785"/>
                <a:gd name="connsiteY5" fmla="*/ 7053 h 5801199"/>
                <a:gd name="connsiteX0" fmla="*/ 6633 w 43876785"/>
                <a:gd name="connsiteY0" fmla="*/ 7053 h 5811651"/>
                <a:gd name="connsiteX1" fmla="*/ 43876785 w 43876785"/>
                <a:gd name="connsiteY1" fmla="*/ 0 h 5811651"/>
                <a:gd name="connsiteX2" fmla="*/ 43826110 w 43876785"/>
                <a:gd name="connsiteY2" fmla="*/ 5811651 h 5811651"/>
                <a:gd name="connsiteX3" fmla="*/ 21923799 w 43876785"/>
                <a:gd name="connsiteY3" fmla="*/ 3009824 h 5811651"/>
                <a:gd name="connsiteX4" fmla="*/ 0 w 43876785"/>
                <a:gd name="connsiteY4" fmla="*/ 5792653 h 5811651"/>
                <a:gd name="connsiteX5" fmla="*/ 6633 w 43876785"/>
                <a:gd name="connsiteY5" fmla="*/ 7053 h 5811651"/>
                <a:gd name="connsiteX0" fmla="*/ -1 w 43870151"/>
                <a:gd name="connsiteY0" fmla="*/ 7053 h 5818785"/>
                <a:gd name="connsiteX1" fmla="*/ 43870151 w 43870151"/>
                <a:gd name="connsiteY1" fmla="*/ 0 h 5818785"/>
                <a:gd name="connsiteX2" fmla="*/ 43819476 w 43870151"/>
                <a:gd name="connsiteY2" fmla="*/ 5811651 h 5818785"/>
                <a:gd name="connsiteX3" fmla="*/ 21917165 w 43870151"/>
                <a:gd name="connsiteY3" fmla="*/ 3009824 h 5818785"/>
                <a:gd name="connsiteX4" fmla="*/ 4477 w 43870151"/>
                <a:gd name="connsiteY4" fmla="*/ 5818785 h 5818785"/>
                <a:gd name="connsiteX5" fmla="*/ -1 w 43870151"/>
                <a:gd name="connsiteY5" fmla="*/ 7053 h 5818785"/>
                <a:gd name="connsiteX0" fmla="*/ 239 w 43870391"/>
                <a:gd name="connsiteY0" fmla="*/ 7053 h 5814778"/>
                <a:gd name="connsiteX1" fmla="*/ 43870391 w 43870391"/>
                <a:gd name="connsiteY1" fmla="*/ 0 h 5814778"/>
                <a:gd name="connsiteX2" fmla="*/ 43819716 w 43870391"/>
                <a:gd name="connsiteY2" fmla="*/ 5811651 h 5814778"/>
                <a:gd name="connsiteX3" fmla="*/ 21917405 w 43870391"/>
                <a:gd name="connsiteY3" fmla="*/ 3009824 h 5814778"/>
                <a:gd name="connsiteX4" fmla="*/ 457 w 43870391"/>
                <a:gd name="connsiteY4" fmla="*/ 5814778 h 5814778"/>
                <a:gd name="connsiteX5" fmla="*/ 239 w 43870391"/>
                <a:gd name="connsiteY5" fmla="*/ 7053 h 5814778"/>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806763 h 5811651"/>
                <a:gd name="connsiteX5" fmla="*/ 239 w 43870391"/>
                <a:gd name="connsiteY5" fmla="*/ 7053 h 5811651"/>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798748 h 5811651"/>
                <a:gd name="connsiteX5" fmla="*/ 239 w 43870391"/>
                <a:gd name="connsiteY5" fmla="*/ 7053 h 5811651"/>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798748 h 5811651"/>
                <a:gd name="connsiteX5" fmla="*/ 239 w 43870391"/>
                <a:gd name="connsiteY5" fmla="*/ 7053 h 5811651"/>
                <a:gd name="connsiteX0" fmla="*/ 239 w 43842825"/>
                <a:gd name="connsiteY0" fmla="*/ 7053 h 5811651"/>
                <a:gd name="connsiteX1" fmla="*/ 43842825 w 43842825"/>
                <a:gd name="connsiteY1" fmla="*/ 0 h 5811651"/>
                <a:gd name="connsiteX2" fmla="*/ 43819716 w 43842825"/>
                <a:gd name="connsiteY2" fmla="*/ 5811651 h 5811651"/>
                <a:gd name="connsiteX3" fmla="*/ 21917405 w 43842825"/>
                <a:gd name="connsiteY3" fmla="*/ 3009824 h 5811651"/>
                <a:gd name="connsiteX4" fmla="*/ 457 w 43842825"/>
                <a:gd name="connsiteY4" fmla="*/ 5798748 h 5811651"/>
                <a:gd name="connsiteX5" fmla="*/ 239 w 43842825"/>
                <a:gd name="connsiteY5" fmla="*/ 7053 h 5811651"/>
                <a:gd name="connsiteX0" fmla="*/ 239 w 43824446"/>
                <a:gd name="connsiteY0" fmla="*/ 7053 h 5811651"/>
                <a:gd name="connsiteX1" fmla="*/ 43824446 w 43824446"/>
                <a:gd name="connsiteY1" fmla="*/ 0 h 5811651"/>
                <a:gd name="connsiteX2" fmla="*/ 43819716 w 43824446"/>
                <a:gd name="connsiteY2" fmla="*/ 5811651 h 5811651"/>
                <a:gd name="connsiteX3" fmla="*/ 21917405 w 43824446"/>
                <a:gd name="connsiteY3" fmla="*/ 3009824 h 5811651"/>
                <a:gd name="connsiteX4" fmla="*/ 457 w 43824446"/>
                <a:gd name="connsiteY4" fmla="*/ 5798748 h 5811651"/>
                <a:gd name="connsiteX5" fmla="*/ 239 w 43824446"/>
                <a:gd name="connsiteY5" fmla="*/ 7053 h 581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24446" h="5811651">
                  <a:moveTo>
                    <a:pt x="239" y="7053"/>
                  </a:moveTo>
                  <a:lnTo>
                    <a:pt x="43824446" y="0"/>
                  </a:lnTo>
                  <a:cubicBezTo>
                    <a:pt x="43822869" y="1937217"/>
                    <a:pt x="43821293" y="3874434"/>
                    <a:pt x="43819716" y="5811651"/>
                  </a:cubicBezTo>
                  <a:cubicBezTo>
                    <a:pt x="38268362" y="4032785"/>
                    <a:pt x="30438085" y="2966157"/>
                    <a:pt x="21917405" y="3009824"/>
                  </a:cubicBezTo>
                  <a:cubicBezTo>
                    <a:pt x="14614291" y="3047251"/>
                    <a:pt x="6453731" y="3277510"/>
                    <a:pt x="457" y="5798748"/>
                  </a:cubicBezTo>
                  <a:cubicBezTo>
                    <a:pt x="-1036" y="3861504"/>
                    <a:pt x="1732" y="1944297"/>
                    <a:pt x="239" y="7053"/>
                  </a:cubicBezTo>
                  <a:close/>
                </a:path>
              </a:pathLst>
            </a:custGeom>
            <a:gradFill flip="none" rotWithShape="1">
              <a:gsLst>
                <a:gs pos="0">
                  <a:schemeClr val="accent6"/>
                </a:gs>
                <a:gs pos="100000">
                  <a:schemeClr val="accent4"/>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7" name="Rectangle 16"/>
            <p:cNvSpPr/>
            <p:nvPr userDrawn="1"/>
          </p:nvSpPr>
          <p:spPr>
            <a:xfrm>
              <a:off x="-4323" y="5744"/>
              <a:ext cx="27440229" cy="4555641"/>
            </a:xfrm>
            <a:custGeom>
              <a:avLst/>
              <a:gdLst>
                <a:gd name="connsiteX0" fmla="*/ 0 w 43891200"/>
                <a:gd name="connsiteY0" fmla="*/ 0 h 7027483"/>
                <a:gd name="connsiteX1" fmla="*/ 43891200 w 43891200"/>
                <a:gd name="connsiteY1" fmla="*/ 0 h 7027483"/>
                <a:gd name="connsiteX2" fmla="*/ 43891200 w 43891200"/>
                <a:gd name="connsiteY2" fmla="*/ 7027483 h 7027483"/>
                <a:gd name="connsiteX3" fmla="*/ 0 w 43891200"/>
                <a:gd name="connsiteY3" fmla="*/ 7027483 h 7027483"/>
                <a:gd name="connsiteX4" fmla="*/ 0 w 43891200"/>
                <a:gd name="connsiteY4"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617527 w 43891200"/>
                <a:gd name="connsiteY3" fmla="*/ 6999261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968081"/>
                <a:gd name="connsiteY0" fmla="*/ 0 h 6688809"/>
                <a:gd name="connsiteX1" fmla="*/ 43891200 w 43968081"/>
                <a:gd name="connsiteY1" fmla="*/ 0 h 6688809"/>
                <a:gd name="connsiteX2" fmla="*/ 43968081 w 43968081"/>
                <a:gd name="connsiteY2" fmla="*/ 6358199 h 6688809"/>
                <a:gd name="connsiteX3" fmla="*/ 21448200 w 43968081"/>
                <a:gd name="connsiteY3" fmla="*/ 3838305 h 6688809"/>
                <a:gd name="connsiteX4" fmla="*/ 28221 w 43968081"/>
                <a:gd name="connsiteY4" fmla="*/ 6688809 h 6688809"/>
                <a:gd name="connsiteX5" fmla="*/ 0 w 43968081"/>
                <a:gd name="connsiteY5" fmla="*/ 0 h 6688809"/>
                <a:gd name="connsiteX0" fmla="*/ 0 w 43891200"/>
                <a:gd name="connsiteY0" fmla="*/ 0 h 6688809"/>
                <a:gd name="connsiteX1" fmla="*/ 43891200 w 43891200"/>
                <a:gd name="connsiteY1" fmla="*/ 0 h 6688809"/>
                <a:gd name="connsiteX2" fmla="*/ 43793664 w 43891200"/>
                <a:gd name="connsiteY2" fmla="*/ 6218350 h 6688809"/>
                <a:gd name="connsiteX3" fmla="*/ 21448200 w 43891200"/>
                <a:gd name="connsiteY3" fmla="*/ 3838305 h 6688809"/>
                <a:gd name="connsiteX4" fmla="*/ 28221 w 43891200"/>
                <a:gd name="connsiteY4" fmla="*/ 6688809 h 6688809"/>
                <a:gd name="connsiteX5" fmla="*/ 0 w 43891200"/>
                <a:gd name="connsiteY5" fmla="*/ 0 h 6688809"/>
                <a:gd name="connsiteX0" fmla="*/ 0 w 43891200"/>
                <a:gd name="connsiteY0" fmla="*/ 0 h 6688809"/>
                <a:gd name="connsiteX1" fmla="*/ 43891200 w 43891200"/>
                <a:gd name="connsiteY1" fmla="*/ 0 h 6688809"/>
                <a:gd name="connsiteX2" fmla="*/ 43823938 w 43891200"/>
                <a:gd name="connsiteY2" fmla="*/ 6183672 h 6688809"/>
                <a:gd name="connsiteX3" fmla="*/ 21448200 w 43891200"/>
                <a:gd name="connsiteY3" fmla="*/ 3838305 h 6688809"/>
                <a:gd name="connsiteX4" fmla="*/ 28221 w 43891200"/>
                <a:gd name="connsiteY4" fmla="*/ 6688809 h 6688809"/>
                <a:gd name="connsiteX5" fmla="*/ 0 w 43891200"/>
                <a:gd name="connsiteY5" fmla="*/ 0 h 6688809"/>
                <a:gd name="connsiteX0" fmla="*/ 0 w 43823938"/>
                <a:gd name="connsiteY0" fmla="*/ 0 h 6688809"/>
                <a:gd name="connsiteX1" fmla="*/ 43800376 w 43823938"/>
                <a:gd name="connsiteY1" fmla="*/ 0 h 6688809"/>
                <a:gd name="connsiteX2" fmla="*/ 43823938 w 43823938"/>
                <a:gd name="connsiteY2" fmla="*/ 6183672 h 6688809"/>
                <a:gd name="connsiteX3" fmla="*/ 21448200 w 43823938"/>
                <a:gd name="connsiteY3" fmla="*/ 3838305 h 6688809"/>
                <a:gd name="connsiteX4" fmla="*/ 28221 w 43823938"/>
                <a:gd name="connsiteY4" fmla="*/ 6688809 h 6688809"/>
                <a:gd name="connsiteX5" fmla="*/ 0 w 43823938"/>
                <a:gd name="connsiteY5" fmla="*/ 0 h 6688809"/>
                <a:gd name="connsiteX0" fmla="*/ 0 w 43883631"/>
                <a:gd name="connsiteY0" fmla="*/ 0 h 6688809"/>
                <a:gd name="connsiteX1" fmla="*/ 43883631 w 43883631"/>
                <a:gd name="connsiteY1" fmla="*/ 41614 h 6688809"/>
                <a:gd name="connsiteX2" fmla="*/ 43823938 w 43883631"/>
                <a:gd name="connsiteY2" fmla="*/ 6183672 h 6688809"/>
                <a:gd name="connsiteX3" fmla="*/ 21448200 w 43883631"/>
                <a:gd name="connsiteY3" fmla="*/ 3838305 h 6688809"/>
                <a:gd name="connsiteX4" fmla="*/ 28221 w 43883631"/>
                <a:gd name="connsiteY4" fmla="*/ 6688809 h 6688809"/>
                <a:gd name="connsiteX5" fmla="*/ 0 w 43883631"/>
                <a:gd name="connsiteY5" fmla="*/ 0 h 6688809"/>
                <a:gd name="connsiteX0" fmla="*/ 0 w 43876062"/>
                <a:gd name="connsiteY0" fmla="*/ 0 h 6688809"/>
                <a:gd name="connsiteX1" fmla="*/ 43876062 w 43876062"/>
                <a:gd name="connsiteY1" fmla="*/ 6936 h 6688809"/>
                <a:gd name="connsiteX2" fmla="*/ 43823938 w 43876062"/>
                <a:gd name="connsiteY2" fmla="*/ 6183672 h 6688809"/>
                <a:gd name="connsiteX3" fmla="*/ 21448200 w 43876062"/>
                <a:gd name="connsiteY3" fmla="*/ 3838305 h 6688809"/>
                <a:gd name="connsiteX4" fmla="*/ 28221 w 43876062"/>
                <a:gd name="connsiteY4" fmla="*/ 6688809 h 6688809"/>
                <a:gd name="connsiteX5" fmla="*/ 0 w 43876062"/>
                <a:gd name="connsiteY5" fmla="*/ 0 h 6688809"/>
                <a:gd name="connsiteX0" fmla="*/ 0 w 43883634"/>
                <a:gd name="connsiteY0" fmla="*/ 6936 h 6695745"/>
                <a:gd name="connsiteX1" fmla="*/ 43883634 w 43883634"/>
                <a:gd name="connsiteY1" fmla="*/ 0 h 6695745"/>
                <a:gd name="connsiteX2" fmla="*/ 43823938 w 43883634"/>
                <a:gd name="connsiteY2" fmla="*/ 6190608 h 6695745"/>
                <a:gd name="connsiteX3" fmla="*/ 21448200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448200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86368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871047 w 43883634"/>
                <a:gd name="connsiteY3" fmla="*/ 3810016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82633 w 43883634"/>
                <a:gd name="connsiteY3" fmla="*/ 3782129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1837"/>
                <a:gd name="connsiteX1" fmla="*/ 43883634 w 43883634"/>
                <a:gd name="connsiteY1" fmla="*/ 0 h 6691837"/>
                <a:gd name="connsiteX2" fmla="*/ 43827740 w 43883634"/>
                <a:gd name="connsiteY2" fmla="*/ 6180150 h 6691837"/>
                <a:gd name="connsiteX3" fmla="*/ 21911623 w 43883634"/>
                <a:gd name="connsiteY3" fmla="*/ 3791425 h 6691837"/>
                <a:gd name="connsiteX4" fmla="*/ 66513 w 43883634"/>
                <a:gd name="connsiteY4" fmla="*/ 6691837 h 6691837"/>
                <a:gd name="connsiteX5" fmla="*/ 0 w 43883634"/>
                <a:gd name="connsiteY5" fmla="*/ 6936 h 6691837"/>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23933 w 43834140"/>
                <a:gd name="connsiteY0" fmla="*/ 15369 h 6695746"/>
                <a:gd name="connsiteX1" fmla="*/ 43834140 w 43834140"/>
                <a:gd name="connsiteY1" fmla="*/ 0 h 6695746"/>
                <a:gd name="connsiteX2" fmla="*/ 43778245 w 43834140"/>
                <a:gd name="connsiteY2" fmla="*/ 5777889 h 6695746"/>
                <a:gd name="connsiteX3" fmla="*/ 21862129 w 43834140"/>
                <a:gd name="connsiteY3" fmla="*/ 3791425 h 6695746"/>
                <a:gd name="connsiteX4" fmla="*/ 0 w 43834140"/>
                <a:gd name="connsiteY4" fmla="*/ 6695746 h 6695746"/>
                <a:gd name="connsiteX5" fmla="*/ 23933 w 43834140"/>
                <a:gd name="connsiteY5" fmla="*/ 15369 h 6695746"/>
                <a:gd name="connsiteX0" fmla="*/ 1414 w 43848334"/>
                <a:gd name="connsiteY0" fmla="*/ 15369 h 6695746"/>
                <a:gd name="connsiteX1" fmla="*/ 43848334 w 43848334"/>
                <a:gd name="connsiteY1" fmla="*/ 0 h 6695746"/>
                <a:gd name="connsiteX2" fmla="*/ 43792439 w 43848334"/>
                <a:gd name="connsiteY2" fmla="*/ 5777889 h 6695746"/>
                <a:gd name="connsiteX3" fmla="*/ 21876323 w 43848334"/>
                <a:gd name="connsiteY3" fmla="*/ 3791425 h 6695746"/>
                <a:gd name="connsiteX4" fmla="*/ 14194 w 43848334"/>
                <a:gd name="connsiteY4" fmla="*/ 6695746 h 6695746"/>
                <a:gd name="connsiteX5" fmla="*/ 1414 w 43848334"/>
                <a:gd name="connsiteY5" fmla="*/ 15369 h 6695746"/>
                <a:gd name="connsiteX0" fmla="*/ 1414 w 43792439"/>
                <a:gd name="connsiteY0" fmla="*/ 6936 h 6687313"/>
                <a:gd name="connsiteX1" fmla="*/ 43729019 w 43792439"/>
                <a:gd name="connsiteY1" fmla="*/ 0 h 6687313"/>
                <a:gd name="connsiteX2" fmla="*/ 43792439 w 43792439"/>
                <a:gd name="connsiteY2" fmla="*/ 5769456 h 6687313"/>
                <a:gd name="connsiteX3" fmla="*/ 21876323 w 43792439"/>
                <a:gd name="connsiteY3" fmla="*/ 3782992 h 6687313"/>
                <a:gd name="connsiteX4" fmla="*/ 14194 w 43792439"/>
                <a:gd name="connsiteY4" fmla="*/ 6687313 h 6687313"/>
                <a:gd name="connsiteX5" fmla="*/ 1414 w 43792439"/>
                <a:gd name="connsiteY5" fmla="*/ 6936 h 6687313"/>
                <a:gd name="connsiteX0" fmla="*/ 1414 w 43792439"/>
                <a:gd name="connsiteY0" fmla="*/ 0 h 6680377"/>
                <a:gd name="connsiteX1" fmla="*/ 43600524 w 43792439"/>
                <a:gd name="connsiteY1" fmla="*/ 77395 h 6680377"/>
                <a:gd name="connsiteX2" fmla="*/ 43792439 w 43792439"/>
                <a:gd name="connsiteY2" fmla="*/ 5762520 h 6680377"/>
                <a:gd name="connsiteX3" fmla="*/ 21876323 w 43792439"/>
                <a:gd name="connsiteY3" fmla="*/ 3776056 h 6680377"/>
                <a:gd name="connsiteX4" fmla="*/ 14194 w 43792439"/>
                <a:gd name="connsiteY4" fmla="*/ 6680377 h 6680377"/>
                <a:gd name="connsiteX5" fmla="*/ 1414 w 43792439"/>
                <a:gd name="connsiteY5" fmla="*/ 0 h 6680377"/>
                <a:gd name="connsiteX0" fmla="*/ 1414 w 43792439"/>
                <a:gd name="connsiteY0" fmla="*/ 0 h 6680377"/>
                <a:gd name="connsiteX1" fmla="*/ 43683128 w 43792439"/>
                <a:gd name="connsiteY1" fmla="*/ 119561 h 6680377"/>
                <a:gd name="connsiteX2" fmla="*/ 43792439 w 43792439"/>
                <a:gd name="connsiteY2" fmla="*/ 5762520 h 6680377"/>
                <a:gd name="connsiteX3" fmla="*/ 21876323 w 43792439"/>
                <a:gd name="connsiteY3" fmla="*/ 3776056 h 6680377"/>
                <a:gd name="connsiteX4" fmla="*/ 14194 w 43792439"/>
                <a:gd name="connsiteY4" fmla="*/ 6680377 h 6680377"/>
                <a:gd name="connsiteX5" fmla="*/ 1414 w 43792439"/>
                <a:gd name="connsiteY5" fmla="*/ 0 h 6680377"/>
                <a:gd name="connsiteX0" fmla="*/ 1414 w 43793267"/>
                <a:gd name="connsiteY0" fmla="*/ 0 h 6680377"/>
                <a:gd name="connsiteX1" fmla="*/ 43793267 w 43793267"/>
                <a:gd name="connsiteY1" fmla="*/ 1497 h 6680377"/>
                <a:gd name="connsiteX2" fmla="*/ 43792439 w 43793267"/>
                <a:gd name="connsiteY2" fmla="*/ 5762520 h 6680377"/>
                <a:gd name="connsiteX3" fmla="*/ 21876323 w 43793267"/>
                <a:gd name="connsiteY3" fmla="*/ 3776056 h 6680377"/>
                <a:gd name="connsiteX4" fmla="*/ 14194 w 43793267"/>
                <a:gd name="connsiteY4" fmla="*/ 6680377 h 6680377"/>
                <a:gd name="connsiteX5" fmla="*/ 1414 w 43793267"/>
                <a:gd name="connsiteY5" fmla="*/ 0 h 668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93267" h="6680377">
                  <a:moveTo>
                    <a:pt x="1414" y="0"/>
                  </a:moveTo>
                  <a:lnTo>
                    <a:pt x="43793267" y="1497"/>
                  </a:lnTo>
                  <a:cubicBezTo>
                    <a:pt x="43793267" y="2343991"/>
                    <a:pt x="43792439" y="3420026"/>
                    <a:pt x="43792439" y="5762520"/>
                  </a:cubicBezTo>
                  <a:cubicBezTo>
                    <a:pt x="38990659" y="4549272"/>
                    <a:pt x="29172697" y="3623080"/>
                    <a:pt x="21876323" y="3776056"/>
                  </a:cubicBezTo>
                  <a:cubicBezTo>
                    <a:pt x="14579949" y="3929032"/>
                    <a:pt x="6467468" y="4159139"/>
                    <a:pt x="14194" y="6680377"/>
                  </a:cubicBezTo>
                  <a:cubicBezTo>
                    <a:pt x="22172" y="4453585"/>
                    <a:pt x="-6564" y="2226792"/>
                    <a:pt x="1414" y="0"/>
                  </a:cubicBezTo>
                  <a:close/>
                </a:path>
              </a:pathLst>
            </a:custGeom>
            <a:gradFill flip="none" rotWithShape="1">
              <a:gsLst>
                <a:gs pos="0">
                  <a:schemeClr val="accent6"/>
                </a:gs>
                <a:gs pos="10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8" name="Rectangle 15"/>
            <p:cNvSpPr/>
            <p:nvPr userDrawn="1"/>
          </p:nvSpPr>
          <p:spPr>
            <a:xfrm>
              <a:off x="-14192" y="1382"/>
              <a:ext cx="27451941" cy="4570666"/>
            </a:xfrm>
            <a:custGeom>
              <a:avLst/>
              <a:gdLst>
                <a:gd name="connsiteX0" fmla="*/ 0 w 43891200"/>
                <a:gd name="connsiteY0" fmla="*/ 0 h 2171777"/>
                <a:gd name="connsiteX1" fmla="*/ 43891200 w 43891200"/>
                <a:gd name="connsiteY1" fmla="*/ 0 h 2171777"/>
                <a:gd name="connsiteX2" fmla="*/ 43891200 w 43891200"/>
                <a:gd name="connsiteY2" fmla="*/ 2171777 h 2171777"/>
                <a:gd name="connsiteX3" fmla="*/ 0 w 43891200"/>
                <a:gd name="connsiteY3" fmla="*/ 2171777 h 2171777"/>
                <a:gd name="connsiteX4" fmla="*/ 0 w 43891200"/>
                <a:gd name="connsiteY4" fmla="*/ 0 h 2171777"/>
                <a:gd name="connsiteX0" fmla="*/ 0 w 43891200"/>
                <a:gd name="connsiteY0" fmla="*/ 0 h 2171777"/>
                <a:gd name="connsiteX1" fmla="*/ 43891200 w 43891200"/>
                <a:gd name="connsiteY1" fmla="*/ 0 h 2171777"/>
                <a:gd name="connsiteX2" fmla="*/ 43891200 w 43891200"/>
                <a:gd name="connsiteY2" fmla="*/ 2171777 h 2171777"/>
                <a:gd name="connsiteX3" fmla="*/ 21843298 w 43891200"/>
                <a:gd name="connsiteY3" fmla="*/ 2143554 h 2171777"/>
                <a:gd name="connsiteX4" fmla="*/ 0 w 43891200"/>
                <a:gd name="connsiteY4" fmla="*/ 2171777 h 2171777"/>
                <a:gd name="connsiteX5" fmla="*/ 0 w 43891200"/>
                <a:gd name="connsiteY5" fmla="*/ 0 h 2171777"/>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90029"/>
                <a:gd name="connsiteX1" fmla="*/ 43891200 w 43891200"/>
                <a:gd name="connsiteY1" fmla="*/ 0 h 5390029"/>
                <a:gd name="connsiteX2" fmla="*/ 43891200 w 43891200"/>
                <a:gd name="connsiteY2" fmla="*/ 2171777 h 5390029"/>
                <a:gd name="connsiteX3" fmla="*/ 21843298 w 43891200"/>
                <a:gd name="connsiteY3" fmla="*/ 2143554 h 5390029"/>
                <a:gd name="connsiteX4" fmla="*/ 28221 w 43891200"/>
                <a:gd name="connsiteY4" fmla="*/ 5360956 h 5390029"/>
                <a:gd name="connsiteX5" fmla="*/ 0 w 43891200"/>
                <a:gd name="connsiteY5" fmla="*/ 0 h 5390029"/>
                <a:gd name="connsiteX0" fmla="*/ 0 w 43891200"/>
                <a:gd name="connsiteY0" fmla="*/ 0 h 5390029"/>
                <a:gd name="connsiteX1" fmla="*/ 43891200 w 43891200"/>
                <a:gd name="connsiteY1" fmla="*/ 0 h 5390029"/>
                <a:gd name="connsiteX2" fmla="*/ 43891200 w 43891200"/>
                <a:gd name="connsiteY2" fmla="*/ 2171777 h 5390029"/>
                <a:gd name="connsiteX3" fmla="*/ 21843298 w 43891200"/>
                <a:gd name="connsiteY3" fmla="*/ 2143554 h 5390029"/>
                <a:gd name="connsiteX4" fmla="*/ 28221 w 43891200"/>
                <a:gd name="connsiteY4" fmla="*/ 5360956 h 5390029"/>
                <a:gd name="connsiteX5" fmla="*/ 0 w 43891200"/>
                <a:gd name="connsiteY5" fmla="*/ 0 h 5390029"/>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691988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778314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197 w 43891200"/>
                <a:gd name="connsiteY2" fmla="*/ 2143554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197 w 43891200"/>
                <a:gd name="connsiteY2" fmla="*/ 2143554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83162"/>
                <a:gd name="connsiteX1" fmla="*/ 43891200 w 43891200"/>
                <a:gd name="connsiteY1" fmla="*/ 0 h 5383162"/>
                <a:gd name="connsiteX2" fmla="*/ 43891197 w 43891200"/>
                <a:gd name="connsiteY2" fmla="*/ 2143554 h 5383162"/>
                <a:gd name="connsiteX3" fmla="*/ 21843298 w 43891200"/>
                <a:gd name="connsiteY3" fmla="*/ 1381537 h 5383162"/>
                <a:gd name="connsiteX4" fmla="*/ 12981 w 43891200"/>
                <a:gd name="connsiteY4" fmla="*/ 5383162 h 5383162"/>
                <a:gd name="connsiteX5" fmla="*/ 0 w 43891200"/>
                <a:gd name="connsiteY5" fmla="*/ 0 h 5383162"/>
                <a:gd name="connsiteX0" fmla="*/ 0 w 43891200"/>
                <a:gd name="connsiteY0" fmla="*/ 0 h 5353553"/>
                <a:gd name="connsiteX1" fmla="*/ 43891200 w 43891200"/>
                <a:gd name="connsiteY1" fmla="*/ 0 h 5353553"/>
                <a:gd name="connsiteX2" fmla="*/ 43891197 w 43891200"/>
                <a:gd name="connsiteY2" fmla="*/ 2143554 h 5353553"/>
                <a:gd name="connsiteX3" fmla="*/ 21843298 w 43891200"/>
                <a:gd name="connsiteY3" fmla="*/ 1381537 h 5353553"/>
                <a:gd name="connsiteX4" fmla="*/ 12981 w 43891200"/>
                <a:gd name="connsiteY4" fmla="*/ 5353553 h 5353553"/>
                <a:gd name="connsiteX5" fmla="*/ 0 w 43891200"/>
                <a:gd name="connsiteY5" fmla="*/ 0 h 5353553"/>
                <a:gd name="connsiteX0" fmla="*/ 0 w 43891200"/>
                <a:gd name="connsiteY0" fmla="*/ 0 h 5375759"/>
                <a:gd name="connsiteX1" fmla="*/ 43891200 w 43891200"/>
                <a:gd name="connsiteY1" fmla="*/ 0 h 5375759"/>
                <a:gd name="connsiteX2" fmla="*/ 43891197 w 43891200"/>
                <a:gd name="connsiteY2" fmla="*/ 2143554 h 5375759"/>
                <a:gd name="connsiteX3" fmla="*/ 21843298 w 43891200"/>
                <a:gd name="connsiteY3" fmla="*/ 1381537 h 5375759"/>
                <a:gd name="connsiteX4" fmla="*/ 2821 w 43891200"/>
                <a:gd name="connsiteY4" fmla="*/ 5375759 h 5375759"/>
                <a:gd name="connsiteX5" fmla="*/ 0 w 43891200"/>
                <a:gd name="connsiteY5" fmla="*/ 0 h 5375759"/>
                <a:gd name="connsiteX0" fmla="*/ 0 w 43891200"/>
                <a:gd name="connsiteY0" fmla="*/ 0 h 5391472"/>
                <a:gd name="connsiteX1" fmla="*/ 43891200 w 43891200"/>
                <a:gd name="connsiteY1" fmla="*/ 0 h 5391472"/>
                <a:gd name="connsiteX2" fmla="*/ 43891197 w 43891200"/>
                <a:gd name="connsiteY2" fmla="*/ 2143554 h 5391472"/>
                <a:gd name="connsiteX3" fmla="*/ 21843298 w 43891200"/>
                <a:gd name="connsiteY3" fmla="*/ 1381537 h 5391472"/>
                <a:gd name="connsiteX4" fmla="*/ 24143 w 43891200"/>
                <a:gd name="connsiteY4" fmla="*/ 5391472 h 5391472"/>
                <a:gd name="connsiteX5" fmla="*/ 0 w 43891200"/>
                <a:gd name="connsiteY5" fmla="*/ 0 h 5391472"/>
                <a:gd name="connsiteX0" fmla="*/ 0 w 43891200"/>
                <a:gd name="connsiteY0" fmla="*/ 0 h 5388329"/>
                <a:gd name="connsiteX1" fmla="*/ 43891200 w 43891200"/>
                <a:gd name="connsiteY1" fmla="*/ 0 h 5388329"/>
                <a:gd name="connsiteX2" fmla="*/ 43891197 w 43891200"/>
                <a:gd name="connsiteY2" fmla="*/ 2143554 h 5388329"/>
                <a:gd name="connsiteX3" fmla="*/ 21843298 w 43891200"/>
                <a:gd name="connsiteY3" fmla="*/ 1381537 h 5388329"/>
                <a:gd name="connsiteX4" fmla="*/ 11350 w 43891200"/>
                <a:gd name="connsiteY4" fmla="*/ 5388329 h 5388329"/>
                <a:gd name="connsiteX5" fmla="*/ 0 w 43891200"/>
                <a:gd name="connsiteY5" fmla="*/ 0 h 5388329"/>
                <a:gd name="connsiteX0" fmla="*/ 0 w 43918796"/>
                <a:gd name="connsiteY0" fmla="*/ 0 h 5388329"/>
                <a:gd name="connsiteX1" fmla="*/ 43918796 w 43918796"/>
                <a:gd name="connsiteY1" fmla="*/ 0 h 5388329"/>
                <a:gd name="connsiteX2" fmla="*/ 43918793 w 43918796"/>
                <a:gd name="connsiteY2" fmla="*/ 2143554 h 5388329"/>
                <a:gd name="connsiteX3" fmla="*/ 21870894 w 43918796"/>
                <a:gd name="connsiteY3" fmla="*/ 1381537 h 5388329"/>
                <a:gd name="connsiteX4" fmla="*/ 38946 w 43918796"/>
                <a:gd name="connsiteY4" fmla="*/ 5388329 h 5388329"/>
                <a:gd name="connsiteX5" fmla="*/ 0 w 43918796"/>
                <a:gd name="connsiteY5" fmla="*/ 0 h 5388329"/>
                <a:gd name="connsiteX0" fmla="*/ 0 w 43882001"/>
                <a:gd name="connsiteY0" fmla="*/ 6780 h 5388329"/>
                <a:gd name="connsiteX1" fmla="*/ 43882001 w 43882001"/>
                <a:gd name="connsiteY1" fmla="*/ 0 h 5388329"/>
                <a:gd name="connsiteX2" fmla="*/ 43881998 w 43882001"/>
                <a:gd name="connsiteY2" fmla="*/ 2143554 h 5388329"/>
                <a:gd name="connsiteX3" fmla="*/ 21834099 w 43882001"/>
                <a:gd name="connsiteY3" fmla="*/ 1381537 h 5388329"/>
                <a:gd name="connsiteX4" fmla="*/ 2151 w 43882001"/>
                <a:gd name="connsiteY4" fmla="*/ 5388329 h 5388329"/>
                <a:gd name="connsiteX5" fmla="*/ 0 w 43882001"/>
                <a:gd name="connsiteY5" fmla="*/ 6780 h 5388329"/>
                <a:gd name="connsiteX0" fmla="*/ 0 w 43909597"/>
                <a:gd name="connsiteY0" fmla="*/ 6780 h 5388329"/>
                <a:gd name="connsiteX1" fmla="*/ 43909597 w 43909597"/>
                <a:gd name="connsiteY1" fmla="*/ 0 h 5388329"/>
                <a:gd name="connsiteX2" fmla="*/ 43909594 w 43909597"/>
                <a:gd name="connsiteY2" fmla="*/ 2143554 h 5388329"/>
                <a:gd name="connsiteX3" fmla="*/ 21861695 w 43909597"/>
                <a:gd name="connsiteY3" fmla="*/ 1381537 h 5388329"/>
                <a:gd name="connsiteX4" fmla="*/ 29747 w 43909597"/>
                <a:gd name="connsiteY4" fmla="*/ 5388329 h 5388329"/>
                <a:gd name="connsiteX5" fmla="*/ 0 w 43909597"/>
                <a:gd name="connsiteY5" fmla="*/ 6780 h 5388329"/>
                <a:gd name="connsiteX0" fmla="*/ 16283 w 43879886"/>
                <a:gd name="connsiteY0" fmla="*/ 13560 h 5388329"/>
                <a:gd name="connsiteX1" fmla="*/ 43879886 w 43879886"/>
                <a:gd name="connsiteY1" fmla="*/ 0 h 5388329"/>
                <a:gd name="connsiteX2" fmla="*/ 43879883 w 43879886"/>
                <a:gd name="connsiteY2" fmla="*/ 2143554 h 5388329"/>
                <a:gd name="connsiteX3" fmla="*/ 21831984 w 43879886"/>
                <a:gd name="connsiteY3" fmla="*/ 1381537 h 5388329"/>
                <a:gd name="connsiteX4" fmla="*/ 36 w 43879886"/>
                <a:gd name="connsiteY4" fmla="*/ 5388329 h 5388329"/>
                <a:gd name="connsiteX5" fmla="*/ 16283 w 43879886"/>
                <a:gd name="connsiteY5" fmla="*/ 13560 h 5388329"/>
                <a:gd name="connsiteX0" fmla="*/ 7118 w 43879920"/>
                <a:gd name="connsiteY0" fmla="*/ 6780 h 5388329"/>
                <a:gd name="connsiteX1" fmla="*/ 43879920 w 43879920"/>
                <a:gd name="connsiteY1" fmla="*/ 0 h 5388329"/>
                <a:gd name="connsiteX2" fmla="*/ 43879917 w 43879920"/>
                <a:gd name="connsiteY2" fmla="*/ 2143554 h 5388329"/>
                <a:gd name="connsiteX3" fmla="*/ 21832018 w 43879920"/>
                <a:gd name="connsiteY3" fmla="*/ 1381537 h 5388329"/>
                <a:gd name="connsiteX4" fmla="*/ 70 w 43879920"/>
                <a:gd name="connsiteY4" fmla="*/ 5388329 h 5388329"/>
                <a:gd name="connsiteX5" fmla="*/ 7118 w 43879920"/>
                <a:gd name="connsiteY5" fmla="*/ 6780 h 5388329"/>
                <a:gd name="connsiteX0" fmla="*/ 0 w 43900399"/>
                <a:gd name="connsiteY0" fmla="*/ 0 h 5388329"/>
                <a:gd name="connsiteX1" fmla="*/ 43900399 w 43900399"/>
                <a:gd name="connsiteY1" fmla="*/ 0 h 5388329"/>
                <a:gd name="connsiteX2" fmla="*/ 43900396 w 43900399"/>
                <a:gd name="connsiteY2" fmla="*/ 2143554 h 5388329"/>
                <a:gd name="connsiteX3" fmla="*/ 21852497 w 43900399"/>
                <a:gd name="connsiteY3" fmla="*/ 1381537 h 5388329"/>
                <a:gd name="connsiteX4" fmla="*/ 20549 w 43900399"/>
                <a:gd name="connsiteY4" fmla="*/ 5388329 h 5388329"/>
                <a:gd name="connsiteX5" fmla="*/ 0 w 43900399"/>
                <a:gd name="connsiteY5" fmla="*/ 0 h 5388329"/>
                <a:gd name="connsiteX0" fmla="*/ 0 w 43900396"/>
                <a:gd name="connsiteY0" fmla="*/ 0 h 5388329"/>
                <a:gd name="connsiteX1" fmla="*/ 43854405 w 43900396"/>
                <a:gd name="connsiteY1" fmla="*/ 27119 h 5388329"/>
                <a:gd name="connsiteX2" fmla="*/ 43900396 w 43900396"/>
                <a:gd name="connsiteY2" fmla="*/ 2143554 h 5388329"/>
                <a:gd name="connsiteX3" fmla="*/ 21852497 w 43900396"/>
                <a:gd name="connsiteY3" fmla="*/ 1381537 h 5388329"/>
                <a:gd name="connsiteX4" fmla="*/ 20549 w 43900396"/>
                <a:gd name="connsiteY4" fmla="*/ 5388329 h 5388329"/>
                <a:gd name="connsiteX5" fmla="*/ 0 w 43900396"/>
                <a:gd name="connsiteY5" fmla="*/ 0 h 5388329"/>
                <a:gd name="connsiteX0" fmla="*/ 0 w 43900398"/>
                <a:gd name="connsiteY0" fmla="*/ 0 h 5388329"/>
                <a:gd name="connsiteX1" fmla="*/ 43900398 w 43900398"/>
                <a:gd name="connsiteY1" fmla="*/ 6780 h 5388329"/>
                <a:gd name="connsiteX2" fmla="*/ 43900396 w 43900398"/>
                <a:gd name="connsiteY2" fmla="*/ 2143554 h 5388329"/>
                <a:gd name="connsiteX3" fmla="*/ 21852497 w 43900398"/>
                <a:gd name="connsiteY3" fmla="*/ 1381537 h 5388329"/>
                <a:gd name="connsiteX4" fmla="*/ 20549 w 43900398"/>
                <a:gd name="connsiteY4" fmla="*/ 5388329 h 5388329"/>
                <a:gd name="connsiteX5" fmla="*/ 0 w 43900398"/>
                <a:gd name="connsiteY5" fmla="*/ 0 h 5388329"/>
                <a:gd name="connsiteX0" fmla="*/ 0 w 43909598"/>
                <a:gd name="connsiteY0" fmla="*/ 0 h 5388329"/>
                <a:gd name="connsiteX1" fmla="*/ 43909598 w 43909598"/>
                <a:gd name="connsiteY1" fmla="*/ 6780 h 5388329"/>
                <a:gd name="connsiteX2" fmla="*/ 43900396 w 43909598"/>
                <a:gd name="connsiteY2" fmla="*/ 2143554 h 5388329"/>
                <a:gd name="connsiteX3" fmla="*/ 21852497 w 43909598"/>
                <a:gd name="connsiteY3" fmla="*/ 1381537 h 5388329"/>
                <a:gd name="connsiteX4" fmla="*/ 20549 w 43909598"/>
                <a:gd name="connsiteY4" fmla="*/ 5388329 h 5388329"/>
                <a:gd name="connsiteX5" fmla="*/ 0 w 43909598"/>
                <a:gd name="connsiteY5" fmla="*/ 0 h 538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909598" h="5388329">
                  <a:moveTo>
                    <a:pt x="0" y="0"/>
                  </a:moveTo>
                  <a:lnTo>
                    <a:pt x="43909598" y="6780"/>
                  </a:lnTo>
                  <a:cubicBezTo>
                    <a:pt x="43909597" y="719038"/>
                    <a:pt x="43900397" y="1431296"/>
                    <a:pt x="43900396" y="2143554"/>
                  </a:cubicBezTo>
                  <a:cubicBezTo>
                    <a:pt x="37284373" y="1358490"/>
                    <a:pt x="29162993" y="845303"/>
                    <a:pt x="21852497" y="1381537"/>
                  </a:cubicBezTo>
                  <a:cubicBezTo>
                    <a:pt x="14542001" y="1917771"/>
                    <a:pt x="6144574" y="2782191"/>
                    <a:pt x="20549" y="5388329"/>
                  </a:cubicBezTo>
                  <a:cubicBezTo>
                    <a:pt x="19609" y="3596409"/>
                    <a:pt x="940" y="1791920"/>
                    <a:pt x="0" y="0"/>
                  </a:cubicBezTo>
                  <a:close/>
                </a:path>
              </a:pathLst>
            </a:custGeom>
            <a:gradFill flip="none" rotWithShape="1">
              <a:gsLst>
                <a:gs pos="0">
                  <a:schemeClr val="tx2"/>
                </a:gs>
                <a:gs pos="10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n>
                  <a:noFill/>
                </a:ln>
                <a:solidFill>
                  <a:schemeClr val="accent1"/>
                </a:solidFill>
              </a:endParaRPr>
            </a:p>
          </p:txBody>
        </p:sp>
      </p:grpSp>
      <p:sp>
        <p:nvSpPr>
          <p:cNvPr id="79" name="Text Box 14"/>
          <p:cNvSpPr txBox="1">
            <a:spLocks noChangeArrowheads="1"/>
          </p:cNvSpPr>
          <p:nvPr userDrawn="1"/>
        </p:nvSpPr>
        <p:spPr bwMode="auto">
          <a:xfrm>
            <a:off x="888800" y="29628345"/>
            <a:ext cx="3786383" cy="329308"/>
          </a:xfrm>
          <a:prstGeom prst="rect">
            <a:avLst/>
          </a:prstGeom>
          <a:noFill/>
          <a:ln w="9525">
            <a:noFill/>
            <a:miter lim="800000"/>
            <a:headEnd/>
            <a:tailEnd/>
          </a:ln>
          <a:effectLst/>
        </p:spPr>
        <p:txBody>
          <a:bodyPr wrap="square" lIns="78297" tIns="39141" rIns="78297" bIns="39141">
            <a:spAutoFit/>
          </a:bodyPr>
          <a:lstStyle/>
          <a:p>
            <a:pPr eaLnBrk="0" hangingPunct="0">
              <a:lnSpc>
                <a:spcPct val="65000"/>
              </a:lnSpc>
              <a:spcBef>
                <a:spcPct val="50000"/>
              </a:spcBef>
              <a:defRPr/>
            </a:pPr>
            <a:r>
              <a:rPr lang="en-US" sz="6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050" b="1" dirty="0">
                <a:solidFill>
                  <a:schemeClr val="bg1">
                    <a:lumMod val="75000"/>
                  </a:schemeClr>
                </a:solidFill>
                <a:latin typeface="Arial" charset="0"/>
              </a:rPr>
              <a:t>www.PosterPresentations.com</a:t>
            </a:r>
          </a:p>
        </p:txBody>
      </p:sp>
      <p:graphicFrame>
        <p:nvGraphicFramePr>
          <p:cNvPr id="43" name="Table 42">
            <a:extLst>
              <a:ext uri="{FF2B5EF4-FFF2-40B4-BE49-F238E27FC236}">
                <a16:creationId xmlns:a16="http://schemas.microsoft.com/office/drawing/2014/main" xmlns="" id="{78830647-0605-644E-87DE-1C8FF05F1BB0}"/>
              </a:ext>
            </a:extLst>
          </p:cNvPr>
          <p:cNvGraphicFramePr>
            <a:graphicFrameLocks noGrp="1"/>
          </p:cNvGraphicFramePr>
          <p:nvPr userDrawn="1">
            <p:extLst>
              <p:ext uri="{D42A27DB-BD31-4B8C-83A1-F6EECF244321}">
                <p14:modId xmlns:p14="http://schemas.microsoft.com/office/powerpoint/2010/main" xmlns="" val="2060074139"/>
              </p:ext>
            </p:extLst>
          </p:nvPr>
        </p:nvGraphicFramePr>
        <p:xfrm>
          <a:off x="-8726467" y="34253"/>
          <a:ext cx="8117859" cy="30210616"/>
        </p:xfrm>
        <a:graphic>
          <a:graphicData uri="http://schemas.openxmlformats.org/drawingml/2006/table">
            <a:tbl>
              <a:tblPr firstRow="1" bandRow="1">
                <a:tableStyleId>{5C22544A-7EE6-4342-B048-85BDC9FD1C3A}</a:tableStyleId>
              </a:tblPr>
              <a:tblGrid>
                <a:gridCol w="3480873">
                  <a:extLst>
                    <a:ext uri="{9D8B030D-6E8A-4147-A177-3AD203B41FA5}">
                      <a16:colId xmlns:a16="http://schemas.microsoft.com/office/drawing/2014/main" xmlns="" val="20000"/>
                    </a:ext>
                  </a:extLst>
                </a:gridCol>
                <a:gridCol w="4636986">
                  <a:extLst>
                    <a:ext uri="{9D8B030D-6E8A-4147-A177-3AD203B41FA5}">
                      <a16:colId xmlns:a16="http://schemas.microsoft.com/office/drawing/2014/main" xmlns="" val="20001"/>
                    </a:ext>
                  </a:extLst>
                </a:gridCol>
              </a:tblGrid>
              <a:tr h="1170739">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200" b="0" spc="600" dirty="0">
                          <a:solidFill>
                            <a:srgbClr val="1F3A4E"/>
                          </a:solidFill>
                          <a:latin typeface="Arial Black" panose="020B0A04020102020204" pitchFamily="34" charset="0"/>
                        </a:rPr>
                        <a:t>QUICK START GUIDE</a:t>
                      </a:r>
                      <a:br>
                        <a:rPr lang="en-US" sz="3200" b="0" spc="600" dirty="0">
                          <a:solidFill>
                            <a:srgbClr val="1F3A4E"/>
                          </a:solidFill>
                          <a:latin typeface="Arial Black" panose="020B0A04020102020204" pitchFamily="34" charset="0"/>
                        </a:rPr>
                      </a:br>
                      <a:r>
                        <a:rPr lang="en-US" sz="2400" b="1" spc="0" dirty="0">
                          <a:solidFill>
                            <a:srgbClr val="FF0000"/>
                          </a:solidFill>
                          <a:latin typeface="Trebuchet MS" pitchFamily="34" charset="0"/>
                        </a:rPr>
                        <a:t>(THIS SIDEBAR WILL NOT PRINT)</a:t>
                      </a:r>
                      <a:endParaRPr lang="en-US" sz="32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xmlns="" val="10000"/>
                  </a:ext>
                </a:extLst>
              </a:tr>
              <a:tr h="3598933">
                <a:tc gridSpan="2">
                  <a:txBody>
                    <a:bodyPr/>
                    <a:lstStyle/>
                    <a:p>
                      <a:pPr defTabSz="3765639"/>
                      <a:r>
                        <a:rPr lang="en-US" sz="1800" i="0" dirty="0">
                          <a:solidFill>
                            <a:srgbClr val="D9D9D9"/>
                          </a:solidFill>
                          <a:latin typeface="Arial"/>
                          <a:cs typeface="Arial"/>
                        </a:rPr>
                        <a:t>This PowerPoint template produces a </a:t>
                      </a:r>
                      <a:r>
                        <a:rPr lang="en-US" sz="1800" i="0" dirty="0">
                          <a:solidFill>
                            <a:srgbClr val="FFC000"/>
                          </a:solidFill>
                          <a:latin typeface="Arial"/>
                          <a:cs typeface="Arial"/>
                        </a:rPr>
                        <a:t>A1 </a:t>
                      </a:r>
                      <a:r>
                        <a:rPr lang="en-US" sz="18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1800" i="0" dirty="0">
                        <a:solidFill>
                          <a:srgbClr val="D9D9D9"/>
                        </a:solidFill>
                        <a:latin typeface="Arial"/>
                        <a:cs typeface="Arial"/>
                      </a:endParaRPr>
                    </a:p>
                    <a:p>
                      <a:pPr defTabSz="3765639"/>
                      <a:r>
                        <a:rPr lang="en-US" sz="18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1800" i="0" dirty="0" err="1">
                          <a:solidFill>
                            <a:srgbClr val="FFC000"/>
                          </a:solidFill>
                          <a:latin typeface="Arial"/>
                          <a:cs typeface="Arial"/>
                        </a:rPr>
                        <a:t>PosterPresentations.com</a:t>
                      </a:r>
                      <a:r>
                        <a:rPr lang="en-US" sz="1800" i="0" dirty="0">
                          <a:solidFill>
                            <a:srgbClr val="D9D9D9"/>
                          </a:solidFill>
                          <a:latin typeface="Arial"/>
                          <a:cs typeface="Arial"/>
                        </a:rPr>
                        <a:t> and click on the  </a:t>
                      </a:r>
                      <a:r>
                        <a:rPr lang="en-US" sz="1800" i="0" dirty="0">
                          <a:solidFill>
                            <a:srgbClr val="FFC000"/>
                          </a:solidFill>
                          <a:latin typeface="Arial"/>
                          <a:cs typeface="Arial"/>
                        </a:rPr>
                        <a:t>HELP DESK</a:t>
                      </a:r>
                      <a:r>
                        <a:rPr lang="en-US" sz="1800" i="0" baseline="0" dirty="0">
                          <a:solidFill>
                            <a:srgbClr val="D9D9D9"/>
                          </a:solidFill>
                          <a:latin typeface="Arial"/>
                          <a:cs typeface="Arial"/>
                        </a:rPr>
                        <a:t> </a:t>
                      </a:r>
                      <a:r>
                        <a:rPr lang="en-US" sz="1800" i="0" dirty="0">
                          <a:solidFill>
                            <a:srgbClr val="D9D9D9"/>
                          </a:solidFill>
                          <a:latin typeface="Arial"/>
                          <a:cs typeface="Arial"/>
                        </a:rPr>
                        <a:t>tab.</a:t>
                      </a:r>
                    </a:p>
                    <a:p>
                      <a:pPr defTabSz="3765639"/>
                      <a:endParaRPr lang="en-US" sz="1800" i="0" dirty="0">
                        <a:solidFill>
                          <a:srgbClr val="D9D9D9"/>
                        </a:solidFill>
                        <a:latin typeface="Arial"/>
                        <a:cs typeface="Arial"/>
                      </a:endParaRPr>
                    </a:p>
                    <a:p>
                      <a:pPr defTabSz="3765639"/>
                      <a:r>
                        <a:rPr lang="en-US" sz="1800" i="0" dirty="0">
                          <a:solidFill>
                            <a:srgbClr val="D9D9D9"/>
                          </a:solidFill>
                          <a:latin typeface="Arial"/>
                          <a:cs typeface="Arial"/>
                        </a:rPr>
                        <a:t>To print your poster using our same-day professional printing service, go online to </a:t>
                      </a:r>
                      <a:r>
                        <a:rPr lang="en-US" sz="1800" i="0" dirty="0" err="1">
                          <a:solidFill>
                            <a:srgbClr val="FFC000"/>
                          </a:solidFill>
                          <a:latin typeface="Arial"/>
                          <a:cs typeface="Arial"/>
                        </a:rPr>
                        <a:t>PosterPresentations.com</a:t>
                      </a:r>
                      <a:r>
                        <a:rPr lang="en-US" sz="1800" i="0" dirty="0">
                          <a:solidFill>
                            <a:srgbClr val="D9D9D9"/>
                          </a:solidFill>
                          <a:latin typeface="Arial"/>
                          <a:cs typeface="Arial"/>
                        </a:rPr>
                        <a:t> and click on "</a:t>
                      </a:r>
                      <a:r>
                        <a:rPr lang="en-US" sz="1800" i="0" dirty="0">
                          <a:solidFill>
                            <a:srgbClr val="FFC000"/>
                          </a:solidFill>
                          <a:latin typeface="Arial"/>
                          <a:cs typeface="Arial"/>
                        </a:rPr>
                        <a:t>Order your poster</a:t>
                      </a:r>
                      <a:r>
                        <a:rPr lang="en-US" sz="1800" i="0" dirty="0">
                          <a:solidFill>
                            <a:srgbClr val="D9D9D9"/>
                          </a:solidFill>
                          <a:latin typeface="Arial"/>
                          <a:cs typeface="Arial"/>
                        </a:rPr>
                        <a:t>".</a:t>
                      </a:r>
                      <a:endParaRPr lang="en-US" sz="18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xmlns="" val="677555919"/>
                  </a:ext>
                </a:extLst>
              </a:tr>
              <a:tr h="4292704">
                <a:tc>
                  <a:txBody>
                    <a:bodyPr/>
                    <a:lstStyle/>
                    <a:p>
                      <a:pPr algn="ctr"/>
                      <a:endParaRPr lang="en-US" sz="1800" dirty="0">
                        <a:solidFill>
                          <a:srgbClr val="1F3A4E"/>
                        </a:solidFill>
                      </a:endParaRPr>
                    </a:p>
                    <a:p>
                      <a:pPr algn="ctr"/>
                      <a:endParaRPr lang="en-US" sz="1800" dirty="0">
                        <a:solidFill>
                          <a:srgbClr val="1F3A4E"/>
                        </a:solidFill>
                      </a:endParaRPr>
                    </a:p>
                    <a:p>
                      <a:pPr algn="ctr"/>
                      <a:r>
                        <a:rPr lang="en-US" sz="1800" dirty="0">
                          <a:solidFill>
                            <a:schemeClr val="bg1"/>
                          </a:solidFill>
                          <a:latin typeface="Arial" panose="020B0604020202020204" pitchFamily="34" charset="0"/>
                          <a:cs typeface="Arial" panose="020B0604020202020204" pitchFamily="34" charset="0"/>
                        </a:rPr>
                        <a:t>This is a poster template for a </a:t>
                      </a:r>
                      <a:br>
                        <a:rPr lang="en-US" sz="1800" dirty="0">
                          <a:solidFill>
                            <a:schemeClr val="bg1"/>
                          </a:solidFill>
                          <a:latin typeface="Arial" panose="020B0604020202020204" pitchFamily="34" charset="0"/>
                          <a:cs typeface="Arial" panose="020B0604020202020204" pitchFamily="34" charset="0"/>
                        </a:rPr>
                      </a:br>
                      <a:r>
                        <a:rPr lang="en-US" sz="3200" b="1" dirty="0">
                          <a:solidFill>
                            <a:srgbClr val="FFC000"/>
                          </a:solidFill>
                          <a:latin typeface="Arial" panose="020B0604020202020204" pitchFamily="34" charset="0"/>
                          <a:cs typeface="Arial" panose="020B0604020202020204" pitchFamily="34" charset="0"/>
                        </a:rPr>
                        <a:t>A1</a:t>
                      </a:r>
                    </a:p>
                    <a:p>
                      <a:pPr marL="0" marR="0" indent="0" algn="ctr" defTabSz="3802180" rtl="0" eaLnBrk="1" fontAlgn="auto" latinLnBrk="0" hangingPunct="1">
                        <a:lnSpc>
                          <a:spcPct val="100000"/>
                        </a:lnSpc>
                        <a:spcBef>
                          <a:spcPts val="0"/>
                        </a:spcBef>
                        <a:spcAft>
                          <a:spcPts val="0"/>
                        </a:spcAft>
                        <a:buClrTx/>
                        <a:buSzTx/>
                        <a:buFontTx/>
                        <a:buNone/>
                        <a:tabLst/>
                        <a:defRPr/>
                      </a:pPr>
                      <a:r>
                        <a:rPr lang="en-US" sz="1800" dirty="0">
                          <a:solidFill>
                            <a:srgbClr val="FFC000"/>
                          </a:solidFill>
                          <a:latin typeface="Arial" panose="020B0604020202020204" pitchFamily="34" charset="0"/>
                          <a:cs typeface="Arial" panose="020B0604020202020204" pitchFamily="34" charset="0"/>
                        </a:rPr>
                        <a:t>594mm x 841mm</a:t>
                      </a:r>
                    </a:p>
                    <a:p>
                      <a:pPr marL="0" marR="0" indent="0" algn="ctr" defTabSz="3802180" rtl="0" eaLnBrk="1" fontAlgn="auto" latinLnBrk="0" hangingPunct="1">
                        <a:lnSpc>
                          <a:spcPct val="100000"/>
                        </a:lnSpc>
                        <a:spcBef>
                          <a:spcPts val="0"/>
                        </a:spcBef>
                        <a:spcAft>
                          <a:spcPts val="0"/>
                        </a:spcAft>
                        <a:buClrTx/>
                        <a:buSzTx/>
                        <a:buFontTx/>
                        <a:buNone/>
                        <a:tabLst/>
                        <a:defRPr/>
                      </a:pPr>
                      <a:r>
                        <a:rPr lang="en-US" sz="1800" dirty="0">
                          <a:solidFill>
                            <a:srgbClr val="FFC000"/>
                          </a:solidFill>
                          <a:latin typeface="Arial" panose="020B0604020202020204" pitchFamily="34" charset="0"/>
                          <a:cs typeface="Arial" panose="020B0604020202020204" pitchFamily="34" charset="0"/>
                        </a:rPr>
                        <a:t>23.39 inches x 33.11 inches</a:t>
                      </a:r>
                      <a:r>
                        <a:rPr lang="en-US" sz="1800" dirty="0">
                          <a:solidFill>
                            <a:schemeClr val="bg1"/>
                          </a:solidFill>
                          <a:latin typeface="Arial" panose="020B0604020202020204" pitchFamily="34" charset="0"/>
                          <a:cs typeface="Arial" panose="020B0604020202020204" pitchFamily="34" charset="0"/>
                        </a:rPr>
                        <a:t/>
                      </a:r>
                      <a:br>
                        <a:rPr lang="en-US" sz="1800" dirty="0">
                          <a:solidFill>
                            <a:schemeClr val="bg1"/>
                          </a:solidFill>
                          <a:latin typeface="Arial" panose="020B0604020202020204" pitchFamily="34" charset="0"/>
                          <a:cs typeface="Arial" panose="020B0604020202020204" pitchFamily="34" charset="0"/>
                        </a:rPr>
                      </a:br>
                      <a:r>
                        <a:rPr lang="en-US" sz="1800" dirty="0">
                          <a:solidFill>
                            <a:schemeClr val="bg1"/>
                          </a:solidFill>
                          <a:latin typeface="Arial" panose="020B0604020202020204" pitchFamily="34" charset="0"/>
                          <a:cs typeface="Arial" panose="020B0604020202020204" pitchFamily="34" charset="0"/>
                        </a:rPr>
                        <a:t>research presentation poster</a:t>
                      </a:r>
                    </a:p>
                    <a:p>
                      <a:endParaRPr lang="en-US" sz="18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000" b="1" baseline="0" dirty="0">
                          <a:solidFill>
                            <a:srgbClr val="FFC000"/>
                          </a:solidFill>
                          <a:latin typeface="Arial" panose="020B0604020202020204" pitchFamily="34" charset="0"/>
                          <a:cs typeface="Arial" panose="020B0604020202020204" pitchFamily="34" charset="0"/>
                        </a:rPr>
                        <a:t>Important: Check the template size</a:t>
                      </a:r>
                      <a:r>
                        <a:rPr lang="en-US" sz="1800" b="0" baseline="0" dirty="0">
                          <a:solidFill>
                            <a:srgbClr val="FFC000"/>
                          </a:solidFill>
                          <a:latin typeface="Arial" panose="020B0604020202020204" pitchFamily="34" charset="0"/>
                          <a:cs typeface="Arial" panose="020B0604020202020204" pitchFamily="34" charset="0"/>
                        </a:rPr>
                        <a:t/>
                      </a:r>
                      <a:br>
                        <a:rPr lang="en-US" sz="1800" b="0" baseline="0" dirty="0">
                          <a:solidFill>
                            <a:srgbClr val="FFC000"/>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800" b="0" baseline="0" dirty="0">
                          <a:solidFill>
                            <a:srgbClr val="D9D9D9"/>
                          </a:solidFill>
                          <a:latin typeface="Arial" panose="020B0604020202020204" pitchFamily="34" charset="0"/>
                          <a:cs typeface="Arial" panose="020B0604020202020204" pitchFamily="34" charset="0"/>
                        </a:rPr>
                      </a:br>
                      <a:endParaRPr lang="en-US" sz="1800" b="0" baseline="0" dirty="0">
                        <a:solidFill>
                          <a:srgbClr val="FFC000"/>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xmlns="" val="10008"/>
                  </a:ext>
                </a:extLst>
              </a:tr>
              <a:tr h="3340698">
                <a:tc>
                  <a:txBody>
                    <a:bodyPr/>
                    <a:lstStyle/>
                    <a:p>
                      <a:endParaRPr lang="en-US" sz="1800" dirty="0">
                        <a:solidFill>
                          <a:srgbClr val="1F3A4E"/>
                        </a:solidFill>
                      </a:endParaRPr>
                    </a:p>
                  </a:txBody>
                  <a:tcPr>
                    <a:blipFill rotWithShape="1">
                      <a:blip r:embed="rId3"/>
                      <a:stretch>
                        <a:fillRect/>
                      </a:stretch>
                    </a:blipFill>
                  </a:tcPr>
                </a:tc>
                <a:tc>
                  <a:txBody>
                    <a:bodyPr/>
                    <a:lstStyle/>
                    <a:p>
                      <a:pPr algn="l"/>
                      <a:r>
                        <a:rPr lang="en-US" sz="2000" b="1" baseline="0" dirty="0">
                          <a:solidFill>
                            <a:srgbClr val="FFC000"/>
                          </a:solidFill>
                          <a:latin typeface="Arial" panose="020B0604020202020204" pitchFamily="34" charset="0"/>
                          <a:cs typeface="Arial" panose="020B0604020202020204" pitchFamily="34" charset="0"/>
                        </a:rPr>
                        <a:t>How to </a:t>
                      </a:r>
                      <a:r>
                        <a:rPr lang="en-US" sz="3600" b="1" baseline="0" dirty="0">
                          <a:solidFill>
                            <a:srgbClr val="FFC000"/>
                          </a:solidFill>
                          <a:latin typeface="Arial" panose="020B0604020202020204" pitchFamily="34" charset="0"/>
                          <a:cs typeface="Arial" panose="020B0604020202020204" pitchFamily="34" charset="0"/>
                        </a:rPr>
                        <a:t>Zoom in </a:t>
                      </a:r>
                      <a:r>
                        <a:rPr lang="en-US" sz="2000" b="1" baseline="0" dirty="0">
                          <a:solidFill>
                            <a:srgbClr val="FFC000"/>
                          </a:solidFill>
                          <a:latin typeface="Arial" panose="020B0604020202020204" pitchFamily="34" charset="0"/>
                          <a:cs typeface="Arial" panose="020B0604020202020204" pitchFamily="34" charset="0"/>
                        </a:rPr>
                        <a:t>and </a:t>
                      </a:r>
                      <a:r>
                        <a:rPr lang="en-US" sz="1600" b="1" baseline="0" dirty="0">
                          <a:solidFill>
                            <a:srgbClr val="FFC000"/>
                          </a:solidFill>
                          <a:latin typeface="Arial" panose="020B0604020202020204" pitchFamily="34" charset="0"/>
                          <a:cs typeface="Arial" panose="020B0604020202020204" pitchFamily="34" charset="0"/>
                        </a:rPr>
                        <a:t>out</a:t>
                      </a:r>
                      <a:endParaRPr lang="en-US" sz="2000" b="1" baseline="0" dirty="0">
                        <a:solidFill>
                          <a:srgbClr val="FFC000"/>
                        </a:solidFill>
                        <a:latin typeface="Arial" panose="020B0604020202020204" pitchFamily="34" charset="0"/>
                        <a:cs typeface="Arial" panose="020B0604020202020204" pitchFamily="34" charset="0"/>
                      </a:endParaRPr>
                    </a:p>
                    <a:p>
                      <a:pPr algn="l"/>
                      <a:r>
                        <a:rPr lang="en-US" sz="18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800" b="0" baseline="0" dirty="0">
                          <a:solidFill>
                            <a:srgbClr val="D9D9D9"/>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1. </a:t>
                      </a:r>
                      <a:r>
                        <a:rPr lang="en-US" sz="18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800" b="0" baseline="0" dirty="0">
                          <a:solidFill>
                            <a:srgbClr val="D9D9D9"/>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2. </a:t>
                      </a:r>
                      <a:r>
                        <a:rPr lang="en-US" sz="18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xmlns="" val="10001"/>
                  </a:ext>
                </a:extLst>
              </a:tr>
              <a:tr h="1994589">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000" b="1" baseline="0" dirty="0">
                          <a:solidFill>
                            <a:srgbClr val="FFC000"/>
                          </a:solidFill>
                          <a:latin typeface="Arial" panose="020B0604020202020204" pitchFamily="34" charset="0"/>
                          <a:cs typeface="Arial" panose="020B0604020202020204" pitchFamily="34" charset="0"/>
                        </a:rPr>
                        <a:t>Ruler and Guides</a:t>
                      </a:r>
                      <a:r>
                        <a:rPr lang="en-US" sz="1800" b="0" baseline="0" dirty="0">
                          <a:solidFill>
                            <a:srgbClr val="FFC000"/>
                          </a:solidFill>
                          <a:latin typeface="Arial" panose="020B0604020202020204" pitchFamily="34" charset="0"/>
                          <a:cs typeface="Arial" panose="020B0604020202020204" pitchFamily="34" charset="0"/>
                        </a:rPr>
                        <a:t/>
                      </a:r>
                      <a:br>
                        <a:rPr lang="en-US" sz="1800" b="0" baseline="0" dirty="0">
                          <a:solidFill>
                            <a:srgbClr val="FFC000"/>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xmlns="" val="10002"/>
                  </a:ext>
                </a:extLst>
              </a:tr>
              <a:tr h="3945819">
                <a:tc>
                  <a:txBody>
                    <a:bodyPr/>
                    <a:lstStyle/>
                    <a:p>
                      <a:endParaRPr lang="en-US" sz="1800" dirty="0">
                        <a:solidFill>
                          <a:srgbClr val="1F3A4E"/>
                        </a:solidFill>
                      </a:endParaRPr>
                    </a:p>
                  </a:txBody>
                  <a:tcPr>
                    <a:blipFill rotWithShape="1">
                      <a:blip r:embed="rId4"/>
                      <a:stretch>
                        <a:fillRect/>
                      </a:stretch>
                    </a:blipFill>
                  </a:tcPr>
                </a:tc>
                <a:tc>
                  <a:txBody>
                    <a:bodyPr/>
                    <a:lstStyle/>
                    <a:p>
                      <a:pPr marL="0" lvl="1" indent="0" algn="l" defTabSz="114300"/>
                      <a:r>
                        <a:rPr lang="en-US" sz="2000" b="1" baseline="0" dirty="0">
                          <a:solidFill>
                            <a:srgbClr val="FFC000"/>
                          </a:solidFill>
                          <a:latin typeface="Arial" panose="020B0604020202020204" pitchFamily="34" charset="0"/>
                          <a:cs typeface="Arial" panose="020B0604020202020204" pitchFamily="34" charset="0"/>
                        </a:rPr>
                        <a:t>Headers and text containers</a:t>
                      </a:r>
                      <a:r>
                        <a:rPr lang="en-US" sz="1800" b="0" baseline="0" dirty="0">
                          <a:solidFill>
                            <a:schemeClr val="bg1"/>
                          </a:solidFill>
                          <a:latin typeface="Arial" panose="020B0604020202020204" pitchFamily="34" charset="0"/>
                          <a:cs typeface="Arial" panose="020B0604020202020204" pitchFamily="34" charset="0"/>
                        </a:rPr>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r>
                        <a:rPr lang="en-US" sz="1800" b="0" baseline="0" dirty="0">
                          <a:solidFill>
                            <a:schemeClr val="bg1"/>
                          </a:solidFill>
                          <a:latin typeface="Arial" panose="020B0604020202020204" pitchFamily="34" charset="0"/>
                          <a:cs typeface="Arial" panose="020B0604020202020204" pitchFamily="34" charset="0"/>
                        </a:rPr>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Click inside a section header to add its text. </a:t>
                      </a:r>
                      <a:r>
                        <a:rPr lang="en-US" sz="1800" b="0" baseline="0" dirty="0">
                          <a:solidFill>
                            <a:schemeClr val="bg1"/>
                          </a:solidFill>
                          <a:latin typeface="Arial" panose="020B0604020202020204" pitchFamily="34" charset="0"/>
                          <a:cs typeface="Arial" panose="020B0604020202020204" pitchFamily="34" charset="0"/>
                        </a:rPr>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r>
                        <a:rPr lang="en-US" sz="1800" b="0" baseline="0" dirty="0">
                          <a:solidFill>
                            <a:schemeClr val="bg1"/>
                          </a:solidFill>
                          <a:latin typeface="Arial" panose="020B0604020202020204" pitchFamily="34" charset="0"/>
                          <a:cs typeface="Arial" panose="020B0604020202020204" pitchFamily="34" charset="0"/>
                        </a:rPr>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xmlns="" val="10003"/>
                  </a:ext>
                </a:extLst>
              </a:tr>
              <a:tr h="3208687">
                <a:tc gridSpan="2">
                  <a:txBody>
                    <a:bodyPr/>
                    <a:lstStyle/>
                    <a:p>
                      <a:r>
                        <a:rPr lang="en-US" sz="2000" b="1" dirty="0">
                          <a:solidFill>
                            <a:srgbClr val="FFC000"/>
                          </a:solidFill>
                          <a:latin typeface="Arial" panose="020B0604020202020204" pitchFamily="34" charset="0"/>
                          <a:cs typeface="Arial" panose="020B0604020202020204" pitchFamily="34" charset="0"/>
                        </a:rPr>
                        <a:t>Adding content to the poster</a:t>
                      </a:r>
                    </a:p>
                    <a:p>
                      <a:r>
                        <a:rPr lang="en-US" sz="18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8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8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xmlns="" val="10004"/>
                  </a:ext>
                </a:extLst>
              </a:tr>
              <a:tr h="212467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xmlns="" val="10005"/>
                  </a:ext>
                </a:extLst>
              </a:tr>
              <a:tr h="1868684">
                <a:tc gridSpan="2">
                  <a:txBody>
                    <a:bodyPr/>
                    <a:lstStyle/>
                    <a:p>
                      <a:endParaRPr lang="en-US" sz="18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xmlns="" val="10006"/>
                  </a:ext>
                </a:extLst>
              </a:tr>
              <a:tr h="206781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xmlns="" val="10007"/>
                  </a:ext>
                </a:extLst>
              </a:tr>
              <a:tr h="2597279">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8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xmlns="" val="10010"/>
                  </a:ext>
                </a:extLst>
              </a:tr>
            </a:tbl>
          </a:graphicData>
        </a:graphic>
      </p:graphicFrame>
      <p:graphicFrame>
        <p:nvGraphicFramePr>
          <p:cNvPr id="15" name="Table 14">
            <a:extLst>
              <a:ext uri="{FF2B5EF4-FFF2-40B4-BE49-F238E27FC236}">
                <a16:creationId xmlns:a16="http://schemas.microsoft.com/office/drawing/2014/main" xmlns="" id="{CD9D4CC2-1157-43DD-960E-C08C07320613}"/>
              </a:ext>
            </a:extLst>
          </p:cNvPr>
          <p:cNvGraphicFramePr>
            <a:graphicFrameLocks noGrp="1"/>
          </p:cNvGraphicFramePr>
          <p:nvPr userDrawn="1">
            <p:extLst>
              <p:ext uri="{D42A27DB-BD31-4B8C-83A1-F6EECF244321}">
                <p14:modId xmlns:p14="http://schemas.microsoft.com/office/powerpoint/2010/main" xmlns="" val="3584649807"/>
              </p:ext>
            </p:extLst>
          </p:nvPr>
        </p:nvGraphicFramePr>
        <p:xfrm>
          <a:off x="21937684" y="-142032"/>
          <a:ext cx="8060660" cy="30794622"/>
        </p:xfrm>
        <a:graphic>
          <a:graphicData uri="http://schemas.openxmlformats.org/drawingml/2006/table">
            <a:tbl>
              <a:tblPr firstRow="1" bandRow="1">
                <a:tableStyleId>{5C22544A-7EE6-4342-B048-85BDC9FD1C3A}</a:tableStyleId>
              </a:tblPr>
              <a:tblGrid>
                <a:gridCol w="3162981">
                  <a:extLst>
                    <a:ext uri="{9D8B030D-6E8A-4147-A177-3AD203B41FA5}">
                      <a16:colId xmlns:a16="http://schemas.microsoft.com/office/drawing/2014/main" xmlns="" val="20000"/>
                    </a:ext>
                  </a:extLst>
                </a:gridCol>
                <a:gridCol w="950236">
                  <a:extLst>
                    <a:ext uri="{9D8B030D-6E8A-4147-A177-3AD203B41FA5}">
                      <a16:colId xmlns:a16="http://schemas.microsoft.com/office/drawing/2014/main" xmlns="" val="764104496"/>
                    </a:ext>
                  </a:extLst>
                </a:gridCol>
                <a:gridCol w="3947443">
                  <a:extLst>
                    <a:ext uri="{9D8B030D-6E8A-4147-A177-3AD203B41FA5}">
                      <a16:colId xmlns:a16="http://schemas.microsoft.com/office/drawing/2014/main" xmlns="" val="4164475170"/>
                    </a:ext>
                  </a:extLst>
                </a:gridCol>
              </a:tblGrid>
              <a:tr h="1205727">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200" b="0" spc="600" dirty="0">
                          <a:solidFill>
                            <a:srgbClr val="1F3A4E"/>
                          </a:solidFill>
                          <a:latin typeface="Arial Black" panose="020B0A04020102020204" pitchFamily="34" charset="0"/>
                        </a:rPr>
                        <a:t>QUICK START GUIDE</a:t>
                      </a:r>
                      <a:br>
                        <a:rPr lang="en-US" sz="3200" b="0" spc="600" dirty="0">
                          <a:solidFill>
                            <a:srgbClr val="1F3A4E"/>
                          </a:solidFill>
                          <a:latin typeface="Arial Black" panose="020B0A04020102020204" pitchFamily="34" charset="0"/>
                        </a:rPr>
                      </a:br>
                      <a:r>
                        <a:rPr lang="en-US" sz="2400" b="1" spc="0" dirty="0">
                          <a:solidFill>
                            <a:srgbClr val="FF0000"/>
                          </a:solidFill>
                          <a:latin typeface="Trebuchet MS" pitchFamily="34" charset="0"/>
                        </a:rPr>
                        <a:t>(THIS SIDEBAR WILL NOT PRINT)</a:t>
                      </a:r>
                      <a:endParaRPr lang="en-US" sz="32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5793258">
                <a:tc gridSpan="3">
                  <a:txBody>
                    <a:bodyPr/>
                    <a:lstStyle/>
                    <a:p>
                      <a:pPr algn="l"/>
                      <a:r>
                        <a:rPr lang="en-US" sz="20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8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800" dirty="0">
                          <a:solidFill>
                            <a:srgbClr val="FFC000"/>
                          </a:solidFill>
                          <a:hlinkClick r:id="rId7">
                            <a:extLst>
                              <a:ext uri="{A12FA001-AC4F-418D-AE19-62706E023703}">
                                <ahyp:hlinkClr xmlns:ahyp="http://schemas.microsoft.com/office/drawing/2018/hyperlinkcolor" xmlns="" val="tx"/>
                              </a:ext>
                            </a:extLst>
                          </a:hlinkClick>
                        </a:rPr>
                        <a:t>https://www.posterpresentations.com/how-to-change-the-research-poster-template-colors.html</a:t>
                      </a:r>
                      <a:endParaRPr lang="en-US" sz="1800" dirty="0">
                        <a:solidFill>
                          <a:srgbClr val="FFC000"/>
                        </a:solidFill>
                      </a:endParaRPr>
                    </a:p>
                    <a:p>
                      <a:pPr marL="0" indent="0" algn="l" defTabSz="114300"/>
                      <a:endParaRPr lang="en-US" sz="1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8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8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1"/>
                  </a:ext>
                </a:extLst>
              </a:tr>
              <a:tr h="4308046">
                <a:tc gridSpan="3">
                  <a:txBody>
                    <a:bodyPr/>
                    <a:lstStyle/>
                    <a:p>
                      <a:r>
                        <a:rPr lang="en-US" sz="2000" b="1" dirty="0">
                          <a:solidFill>
                            <a:srgbClr val="FFC000"/>
                          </a:solidFill>
                          <a:latin typeface="Arial" panose="020B0604020202020204" pitchFamily="34" charset="0"/>
                          <a:cs typeface="Arial" panose="020B0604020202020204" pitchFamily="34" charset="0"/>
                        </a:rPr>
                        <a:t>How to change the column layout configuration</a:t>
                      </a:r>
                    </a:p>
                    <a:p>
                      <a:r>
                        <a:rPr lang="en-US" sz="18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1800" dirty="0">
                          <a:solidFill>
                            <a:srgbClr val="D9D9D9"/>
                          </a:solidFill>
                          <a:latin typeface="Arial" panose="020B0604020202020204" pitchFamily="34" charset="0"/>
                          <a:cs typeface="Arial" panose="020B0604020202020204" pitchFamily="34" charset="0"/>
                        </a:rPr>
                        <a:t>You can see a tutorial here: </a:t>
                      </a:r>
                      <a:r>
                        <a:rPr lang="en-US" sz="1800" u="sng" dirty="0">
                          <a:solidFill>
                            <a:srgbClr val="FFC000"/>
                          </a:solidFill>
                          <a:latin typeface="Arial" panose="020B0604020202020204" pitchFamily="34" charset="0"/>
                          <a:cs typeface="Arial" panose="020B0604020202020204" pitchFamily="34" charset="0"/>
                        </a:rPr>
                        <a:t>https://</a:t>
                      </a:r>
                      <a:r>
                        <a:rPr lang="en-US" sz="1800" u="sng" dirty="0" err="1">
                          <a:solidFill>
                            <a:srgbClr val="FFC000"/>
                          </a:solidFill>
                          <a:latin typeface="Arial" panose="020B0604020202020204" pitchFamily="34" charset="0"/>
                          <a:cs typeface="Arial" panose="020B0604020202020204" pitchFamily="34" charset="0"/>
                        </a:rPr>
                        <a:t>www.posterpresentations.com</a:t>
                      </a:r>
                      <a:r>
                        <a:rPr lang="en-US" sz="1800" u="sng" dirty="0">
                          <a:solidFill>
                            <a:srgbClr val="FFC000"/>
                          </a:solidFill>
                          <a:latin typeface="Arial" panose="020B0604020202020204" pitchFamily="34" charset="0"/>
                          <a:cs typeface="Arial" panose="020B0604020202020204" pitchFamily="34" charset="0"/>
                        </a:rPr>
                        <a:t>/how-to-change-the-column-</a:t>
                      </a:r>
                      <a:r>
                        <a:rPr lang="en-US" sz="1800" u="sng" dirty="0" err="1">
                          <a:solidFill>
                            <a:srgbClr val="FFC000"/>
                          </a:solidFill>
                          <a:latin typeface="Arial" panose="020B0604020202020204" pitchFamily="34" charset="0"/>
                          <a:cs typeface="Arial" panose="020B0604020202020204" pitchFamily="34" charset="0"/>
                        </a:rPr>
                        <a:t>configuration.html</a:t>
                      </a:r>
                      <a:endParaRPr lang="en-US" sz="4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xmlns="" val="10004"/>
                  </a:ext>
                </a:extLst>
              </a:tr>
              <a:tr h="1697684">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xmlns=""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panose="020B0604020202020204" pitchFamily="34" charset="0"/>
                          <a:cs typeface="Arial" panose="020B0604020202020204" pitchFamily="34" charset="0"/>
                        </a:rPr>
                        <a:t>The Quick Start</a:t>
                      </a:r>
                      <a:r>
                        <a:rPr lang="en-US" sz="1800" baseline="0" noProof="0" dirty="0">
                          <a:solidFill>
                            <a:srgbClr val="D9D9D9"/>
                          </a:solidFill>
                          <a:latin typeface="Arial" panose="020B0604020202020204" pitchFamily="34" charset="0"/>
                          <a:cs typeface="Arial" panose="020B0604020202020204" pitchFamily="34" charset="0"/>
                        </a:rPr>
                        <a:t> Guides</a:t>
                      </a:r>
                      <a:r>
                        <a:rPr lang="en-US" sz="1800" noProof="0" dirty="0">
                          <a:solidFill>
                            <a:srgbClr val="D9D9D9"/>
                          </a:solidFill>
                          <a:latin typeface="Arial" panose="020B0604020202020204" pitchFamily="34" charset="0"/>
                          <a:cs typeface="Arial" panose="020B0604020202020204" pitchFamily="34" charset="0"/>
                        </a:rPr>
                        <a:t> </a:t>
                      </a:r>
                      <a:r>
                        <a:rPr lang="en-US" sz="1800" u="sng" noProof="0" dirty="0">
                          <a:solidFill>
                            <a:srgbClr val="D9D9D9"/>
                          </a:solidFill>
                          <a:latin typeface="Arial" panose="020B0604020202020204" pitchFamily="34" charset="0"/>
                          <a:cs typeface="Arial" panose="020B0604020202020204" pitchFamily="34" charset="0"/>
                        </a:rPr>
                        <a:t>are outside the template’s printable area</a:t>
                      </a:r>
                      <a:r>
                        <a:rPr lang="en-US" sz="1800" noProof="0" dirty="0">
                          <a:solidFill>
                            <a:srgbClr val="D9D9D9"/>
                          </a:solidFill>
                          <a:latin typeface="Arial" panose="020B0604020202020204" pitchFamily="34" charset="0"/>
                          <a:cs typeface="Arial" panose="020B0604020202020204" pitchFamily="34" charset="0"/>
                        </a:rPr>
                        <a:t> and they will not be on the printed poster</a:t>
                      </a:r>
                      <a:r>
                        <a:rPr lang="en-US" sz="18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aseline="0" noProof="0" dirty="0">
                          <a:solidFill>
                            <a:srgbClr val="D9D9D9"/>
                          </a:solidFill>
                          <a:latin typeface="Arial" panose="020B0604020202020204" pitchFamily="34" charset="0"/>
                          <a:cs typeface="Arial" panose="020B0604020202020204" pitchFamily="34" charset="0"/>
                        </a:rPr>
                        <a:t>To hide the guides click on the </a:t>
                      </a:r>
                      <a:r>
                        <a:rPr lang="en-US" sz="1800" b="1" baseline="0" noProof="0" dirty="0">
                          <a:solidFill>
                            <a:srgbClr val="D9D9D9"/>
                          </a:solidFill>
                          <a:latin typeface="Arial" panose="020B0604020202020204" pitchFamily="34" charset="0"/>
                          <a:cs typeface="Arial" panose="020B0604020202020204" pitchFamily="34" charset="0"/>
                        </a:rPr>
                        <a:t>Home</a:t>
                      </a:r>
                      <a:r>
                        <a:rPr lang="en-US" sz="18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800" b="1" baseline="0" noProof="0" dirty="0">
                          <a:solidFill>
                            <a:srgbClr val="D9D9D9"/>
                          </a:solidFill>
                          <a:latin typeface="Arial" panose="020B0604020202020204" pitchFamily="34" charset="0"/>
                          <a:cs typeface="Arial" panose="020B0604020202020204" pitchFamily="34" charset="0"/>
                        </a:rPr>
                        <a:t>Layout</a:t>
                      </a:r>
                      <a:r>
                        <a:rPr lang="en-US" sz="18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800" b="1" baseline="0" noProof="0" dirty="0">
                          <a:solidFill>
                            <a:srgbClr val="D9D9D9"/>
                          </a:solidFill>
                          <a:latin typeface="Arial" panose="020B0604020202020204" pitchFamily="34" charset="0"/>
                          <a:cs typeface="Arial" panose="020B0604020202020204" pitchFamily="34" charset="0"/>
                        </a:rPr>
                        <a:t>Without Guides </a:t>
                      </a:r>
                      <a:r>
                        <a:rPr lang="en-US" sz="1800" b="0" baseline="0" noProof="0" dirty="0">
                          <a:solidFill>
                            <a:srgbClr val="D9D9D9"/>
                          </a:solidFill>
                          <a:latin typeface="Arial" panose="020B0604020202020204" pitchFamily="34" charset="0"/>
                          <a:cs typeface="Arial" panose="020B0604020202020204" pitchFamily="34" charset="0"/>
                        </a:rPr>
                        <a:t>layout</a:t>
                      </a:r>
                      <a:r>
                        <a:rPr lang="en-US" sz="1800" baseline="0" noProof="0" dirty="0">
                          <a:solidFill>
                            <a:srgbClr val="D9D9D9"/>
                          </a:solidFill>
                          <a:latin typeface="Arial" panose="020B0604020202020204" pitchFamily="34" charset="0"/>
                          <a:cs typeface="Arial" panose="020B0604020202020204" pitchFamily="34" charset="0"/>
                        </a:rPr>
                        <a:t>.</a:t>
                      </a:r>
                      <a:endParaRPr lang="en-US" sz="1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xmlns="" val="10005"/>
                  </a:ext>
                </a:extLst>
              </a:tr>
              <a:tr h="5508563">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xmlns="" val="1766341567"/>
                  </a:ext>
                </a:extLst>
              </a:tr>
              <a:tr h="4679433">
                <a:tc>
                  <a:txBody>
                    <a:bodyPr/>
                    <a:lstStyle/>
                    <a:p>
                      <a:pPr rtl="0"/>
                      <a:r>
                        <a:rPr lang="en-US" sz="2400" b="1" dirty="0">
                          <a:solidFill>
                            <a:srgbClr val="FFC000"/>
                          </a:solidFill>
                          <a:latin typeface="Arial" panose="020B0604020202020204" pitchFamily="34" charset="0"/>
                          <a:cs typeface="Arial" panose="020B0604020202020204" pitchFamily="34" charset="0"/>
                        </a:rPr>
                        <a:t>How to</a:t>
                      </a:r>
                      <a:r>
                        <a:rPr lang="en-US" sz="2400" b="1" baseline="0" dirty="0">
                          <a:solidFill>
                            <a:srgbClr val="FFC000"/>
                          </a:solidFill>
                          <a:latin typeface="Arial" panose="020B0604020202020204" pitchFamily="34" charset="0"/>
                          <a:cs typeface="Arial" panose="020B0604020202020204" pitchFamily="34" charset="0"/>
                        </a:rPr>
                        <a:t> preview your poster prior to printing</a:t>
                      </a:r>
                      <a:endParaRPr lang="en-US" sz="2400" b="1" dirty="0">
                        <a:solidFill>
                          <a:srgbClr val="FFC000"/>
                        </a:solidFill>
                        <a:latin typeface="Arial" panose="020B0604020202020204" pitchFamily="34" charset="0"/>
                        <a:cs typeface="Arial" panose="020B0604020202020204" pitchFamily="34" charset="0"/>
                      </a:endParaRPr>
                    </a:p>
                    <a:p>
                      <a:pPr rtl="0"/>
                      <a:r>
                        <a:rPr lang="en-US" sz="2000" dirty="0">
                          <a:solidFill>
                            <a:srgbClr val="D9D9D9"/>
                          </a:solidFill>
                          <a:latin typeface="Arial" panose="020B0604020202020204" pitchFamily="34" charset="0"/>
                          <a:cs typeface="Arial" panose="020B0604020202020204" pitchFamily="34" charset="0"/>
                        </a:rPr>
                        <a:t>You can preview your poster at any time by pressing the </a:t>
                      </a:r>
                      <a:r>
                        <a:rPr lang="en-US" sz="2000" dirty="0">
                          <a:solidFill>
                            <a:srgbClr val="FFC000"/>
                          </a:solidFill>
                          <a:latin typeface="Arial" panose="020B0604020202020204" pitchFamily="34" charset="0"/>
                          <a:cs typeface="Arial" panose="020B0604020202020204" pitchFamily="34" charset="0"/>
                        </a:rPr>
                        <a:t>F5 key</a:t>
                      </a:r>
                      <a:r>
                        <a:rPr lang="en-US" sz="20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000" dirty="0">
                          <a:solidFill>
                            <a:srgbClr val="FFC000"/>
                          </a:solidFill>
                          <a:latin typeface="Arial" panose="020B0604020202020204" pitchFamily="34" charset="0"/>
                          <a:cs typeface="Arial" panose="020B0604020202020204" pitchFamily="34" charset="0"/>
                        </a:rPr>
                        <a:t>ESC key </a:t>
                      </a:r>
                      <a:r>
                        <a:rPr lang="en-US" sz="20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8800" b="1" dirty="0">
                          <a:solidFill>
                            <a:srgbClr val="D9D9D9"/>
                          </a:solidFill>
                          <a:latin typeface="Arial" panose="020B0604020202020204" pitchFamily="34" charset="0"/>
                          <a:cs typeface="Arial" panose="020B0604020202020204" pitchFamily="34" charset="0"/>
                        </a:rPr>
                        <a:t>F5</a:t>
                      </a:r>
                      <a:r>
                        <a:rPr lang="en-US" sz="1800" baseline="0" dirty="0">
                          <a:solidFill>
                            <a:srgbClr val="D9D9D9"/>
                          </a:solidFill>
                          <a:latin typeface="Arial" panose="020B0604020202020204" pitchFamily="34" charset="0"/>
                          <a:cs typeface="Arial" panose="020B0604020202020204" pitchFamily="34" charset="0"/>
                        </a:rPr>
                        <a:t> </a:t>
                      </a:r>
                      <a:endParaRPr lang="en-US" sz="18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xmlns="" val="10006"/>
                  </a:ext>
                </a:extLst>
              </a:tr>
              <a:tr h="5369361">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When you are ready to have your poster printed go online to </a:t>
                      </a:r>
                      <a:r>
                        <a:rPr lang="en-US" sz="1800" noProof="0" dirty="0" err="1">
                          <a:solidFill>
                            <a:srgbClr val="FFC000"/>
                          </a:solidFill>
                          <a:latin typeface="Arial"/>
                          <a:cs typeface="Arial"/>
                        </a:rPr>
                        <a:t>PosterPresentations.com</a:t>
                      </a:r>
                      <a:r>
                        <a:rPr lang="en-US" sz="1800" noProof="0" dirty="0">
                          <a:solidFill>
                            <a:srgbClr val="D9D9D9"/>
                          </a:solidFill>
                          <a:latin typeface="Arial"/>
                          <a:cs typeface="Arial"/>
                        </a:rPr>
                        <a:t> and click on the "</a:t>
                      </a:r>
                      <a:r>
                        <a:rPr lang="en-US" sz="1800" noProof="0" dirty="0">
                          <a:solidFill>
                            <a:srgbClr val="FFC000"/>
                          </a:solidFill>
                          <a:latin typeface="Arial"/>
                          <a:cs typeface="Arial"/>
                        </a:rPr>
                        <a:t>Order Your Poster</a:t>
                      </a:r>
                      <a:r>
                        <a:rPr lang="en-US" sz="18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
                      </a:r>
                      <a:br>
                        <a:rPr lang="en-US" sz="1800" noProof="0" dirty="0">
                          <a:solidFill>
                            <a:srgbClr val="D9D9D9"/>
                          </a:solidFill>
                          <a:latin typeface="Arial"/>
                          <a:cs typeface="Arial"/>
                        </a:rPr>
                      </a:br>
                      <a:r>
                        <a:rPr lang="en-US" sz="1800" noProof="0" dirty="0">
                          <a:solidFill>
                            <a:srgbClr val="D9D9D9"/>
                          </a:solidFill>
                          <a:latin typeface="Arial"/>
                          <a:cs typeface="Arial"/>
                        </a:rPr>
                        <a:t>Go to </a:t>
                      </a:r>
                      <a:r>
                        <a:rPr lang="en-US" sz="1800" noProof="0" dirty="0" err="1">
                          <a:solidFill>
                            <a:srgbClr val="FFC000"/>
                          </a:solidFill>
                          <a:latin typeface="Arial"/>
                          <a:cs typeface="Arial"/>
                        </a:rPr>
                        <a:t>PosterPresentations.com</a:t>
                      </a:r>
                      <a:r>
                        <a:rPr lang="en-US" sz="18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7"/>
                  </a:ext>
                </a:extLst>
              </a:tr>
              <a:tr h="1059070">
                <a:tc gridSpan="3">
                  <a:txBody>
                    <a:bodyPr/>
                    <a:lstStyle/>
                    <a:p>
                      <a:endParaRPr lang="en-US" sz="1800" dirty="0">
                        <a:solidFill>
                          <a:srgbClr val="1F3A4E"/>
                        </a:solidFill>
                      </a:endParaRPr>
                    </a:p>
                  </a:txBody>
                  <a:tcPr marL="182880" marT="137160">
                    <a:blipFill dpi="0" rotWithShape="1">
                      <a:blip r:embed="rId9">
                        <a:extLst>
                          <a:ext uri="{28A0092B-C50C-407E-A947-70E740481C1C}">
                            <a14:useLocalDpi xmlns:a14="http://schemas.microsoft.com/office/drawing/2010/main" xmlns=""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8"/>
                  </a:ext>
                </a:extLst>
              </a:tr>
              <a:tr h="824517">
                <a:tc gridSpan="2">
                  <a:txBody>
                    <a:bodyPr/>
                    <a:lstStyle/>
                    <a:p>
                      <a:pPr>
                        <a:lnSpc>
                          <a:spcPts val="2600"/>
                        </a:lnSpc>
                      </a:pPr>
                      <a:r>
                        <a:rPr lang="en-US" sz="1800" dirty="0">
                          <a:solidFill>
                            <a:schemeClr val="bg1">
                              <a:lumMod val="85000"/>
                            </a:schemeClr>
                          </a:solidFill>
                          <a:latin typeface="Arial"/>
                          <a:cs typeface="Arial"/>
                        </a:rPr>
                        <a:t>© 2019</a:t>
                      </a:r>
                      <a:r>
                        <a:rPr lang="en-US" sz="1800" baseline="0" dirty="0">
                          <a:solidFill>
                            <a:schemeClr val="bg1">
                              <a:lumMod val="85000"/>
                            </a:schemeClr>
                          </a:solidFill>
                          <a:latin typeface="Arial"/>
                          <a:cs typeface="Arial"/>
                        </a:rPr>
                        <a:t> </a:t>
                      </a:r>
                      <a:r>
                        <a:rPr lang="en-US" sz="1800" dirty="0" err="1">
                          <a:solidFill>
                            <a:schemeClr val="bg1">
                              <a:lumMod val="85000"/>
                            </a:schemeClr>
                          </a:solidFill>
                          <a:latin typeface="Arial"/>
                          <a:cs typeface="Arial"/>
                        </a:rPr>
                        <a:t>PosterPresentations.com</a:t>
                      </a:r>
                      <a:r>
                        <a:rPr lang="en-US" sz="1800" dirty="0">
                          <a:solidFill>
                            <a:schemeClr val="bg1">
                              <a:lumMod val="85000"/>
                            </a:schemeClr>
                          </a:solidFill>
                          <a:latin typeface="Arial"/>
                          <a:cs typeface="Arial"/>
                        </a:rPr>
                        <a:t/>
                      </a:r>
                      <a:br>
                        <a:rPr lang="en-US" sz="1800" dirty="0">
                          <a:solidFill>
                            <a:schemeClr val="bg1">
                              <a:lumMod val="85000"/>
                            </a:schemeClr>
                          </a:solidFill>
                          <a:latin typeface="Arial"/>
                          <a:cs typeface="Arial"/>
                        </a:rPr>
                      </a:br>
                      <a:r>
                        <a:rPr lang="en-US" sz="1800" dirty="0">
                          <a:solidFill>
                            <a:schemeClr val="bg1">
                              <a:lumMod val="85000"/>
                            </a:schemeClr>
                          </a:solidFill>
                          <a:latin typeface="Arial"/>
                          <a:cs typeface="Arial"/>
                        </a:rPr>
                        <a:t>2117 Fourth Street ,</a:t>
                      </a:r>
                      <a:r>
                        <a:rPr lang="en-US" sz="1800" baseline="0" dirty="0">
                          <a:solidFill>
                            <a:schemeClr val="bg1">
                              <a:lumMod val="85000"/>
                            </a:schemeClr>
                          </a:solidFill>
                          <a:latin typeface="Arial"/>
                          <a:cs typeface="Arial"/>
                        </a:rPr>
                        <a:t> STE C        </a:t>
                      </a:r>
                    </a:p>
                    <a:p>
                      <a:pPr>
                        <a:lnSpc>
                          <a:spcPts val="2600"/>
                        </a:lnSpc>
                      </a:pPr>
                      <a:r>
                        <a:rPr lang="en-US" sz="1800" baseline="0" dirty="0">
                          <a:solidFill>
                            <a:schemeClr val="bg1">
                              <a:lumMod val="85000"/>
                            </a:schemeClr>
                          </a:solidFill>
                          <a:latin typeface="Arial"/>
                          <a:cs typeface="Arial"/>
                        </a:rPr>
                        <a:t>Berkeley CA 94710 USA</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D0D0D0"/>
                          </a:solidFill>
                          <a:latin typeface="Arial"/>
                          <a:cs typeface="Arial"/>
                        </a:rPr>
                        <a:t>For complete tutorials</a:t>
                      </a:r>
                      <a:r>
                        <a:rPr lang="en-US" sz="18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400" b="1" dirty="0">
                          <a:solidFill>
                            <a:srgbClr val="FFC000"/>
                          </a:solidFill>
                          <a:latin typeface="Arial"/>
                          <a:cs typeface="Arial"/>
                        </a:rPr>
                        <a:t>https://</a:t>
                      </a:r>
                      <a:r>
                        <a:rPr lang="en-US" sz="1400" b="1" dirty="0" err="1">
                          <a:solidFill>
                            <a:srgbClr val="FFC000"/>
                          </a:solidFill>
                          <a:latin typeface="Arial"/>
                          <a:cs typeface="Arial"/>
                        </a:rPr>
                        <a:t>www.posterpresentations.com</a:t>
                      </a:r>
                      <a:r>
                        <a:rPr lang="en-US" sz="1400" b="1" dirty="0">
                          <a:solidFill>
                            <a:srgbClr val="FFC000"/>
                          </a:solidFill>
                          <a:latin typeface="Arial"/>
                          <a:cs typeface="Arial"/>
                        </a:rPr>
                        <a:t>/</a:t>
                      </a:r>
                      <a:r>
                        <a:rPr lang="en-US" sz="1400" b="1" dirty="0" err="1">
                          <a:solidFill>
                            <a:srgbClr val="FFC000"/>
                          </a:solidFill>
                          <a:latin typeface="Arial"/>
                          <a:cs typeface="Arial"/>
                        </a:rPr>
                        <a:t>helpdesk.html</a:t>
                      </a:r>
                      <a:endParaRPr lang="en-US" sz="9600" dirty="0"/>
                    </a:p>
                  </a:txBody>
                  <a:tcPr marL="182880" marT="137160">
                    <a:solidFill>
                      <a:srgbClr val="010101"/>
                    </a:solidFill>
                  </a:tcPr>
                </a:tc>
                <a:extLst>
                  <a:ext uri="{0D108BD9-81ED-4DB2-BD59-A6C34878D82A}">
                    <a16:rowId xmlns:a16="http://schemas.microsoft.com/office/drawing/2014/main" xmlns="" val="10009"/>
                  </a:ext>
                </a:extLst>
              </a:tr>
            </a:tbl>
          </a:graphicData>
        </a:graphic>
      </p:graphicFrame>
      <p:grpSp>
        <p:nvGrpSpPr>
          <p:cNvPr id="16" name="Group 15">
            <a:extLst>
              <a:ext uri="{FF2B5EF4-FFF2-40B4-BE49-F238E27FC236}">
                <a16:creationId xmlns:a16="http://schemas.microsoft.com/office/drawing/2014/main" xmlns="" id="{47DAD231-F1EE-4540-B904-03E5CEA3E532}"/>
              </a:ext>
            </a:extLst>
          </p:cNvPr>
          <p:cNvGrpSpPr/>
          <p:nvPr userDrawn="1"/>
        </p:nvGrpSpPr>
        <p:grpSpPr>
          <a:xfrm>
            <a:off x="-43304" y="-142032"/>
            <a:ext cx="21459815" cy="3695335"/>
            <a:chOff x="-43304" y="11286"/>
            <a:chExt cx="43905392" cy="4120075"/>
          </a:xfrm>
        </p:grpSpPr>
        <p:sp>
          <p:nvSpPr>
            <p:cNvPr id="17" name="Rectangle 16">
              <a:extLst>
                <a:ext uri="{FF2B5EF4-FFF2-40B4-BE49-F238E27FC236}">
                  <a16:creationId xmlns:a16="http://schemas.microsoft.com/office/drawing/2014/main" xmlns="" id="{46B63894-724F-3F4D-AE1B-CBFA9B02EBC0}"/>
                </a:ext>
              </a:extLst>
            </p:cNvPr>
            <p:cNvSpPr/>
            <p:nvPr userDrawn="1"/>
          </p:nvSpPr>
          <p:spPr>
            <a:xfrm>
              <a:off x="-1" y="1106328"/>
              <a:ext cx="43854834" cy="3025033"/>
            </a:xfrm>
            <a:prstGeom prst="rect">
              <a:avLst/>
            </a:prstGeom>
            <a:gradFill flip="none" rotWithShape="1">
              <a:gsLst>
                <a:gs pos="0">
                  <a:schemeClr val="accent6"/>
                </a:gs>
                <a:gs pos="100000">
                  <a:schemeClr val="accent1"/>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xmlns="" id="{21CCD5A6-6B9D-A54C-AE2A-9592362E374C}"/>
                </a:ext>
              </a:extLst>
            </p:cNvPr>
            <p:cNvGrpSpPr/>
            <p:nvPr userDrawn="1"/>
          </p:nvGrpSpPr>
          <p:grpSpPr>
            <a:xfrm>
              <a:off x="-43304" y="11286"/>
              <a:ext cx="43905392" cy="4036528"/>
              <a:chOff x="-14192" y="1382"/>
              <a:chExt cx="27451941" cy="4572641"/>
            </a:xfrm>
          </p:grpSpPr>
          <p:sp>
            <p:nvSpPr>
              <p:cNvPr id="19" name="Rectangle 16">
                <a:extLst>
                  <a:ext uri="{FF2B5EF4-FFF2-40B4-BE49-F238E27FC236}">
                    <a16:creationId xmlns:a16="http://schemas.microsoft.com/office/drawing/2014/main" xmlns="" id="{748D5313-3B37-B04D-ABFB-7F84D7260244}"/>
                  </a:ext>
                </a:extLst>
              </p:cNvPr>
              <p:cNvSpPr/>
              <p:nvPr userDrawn="1"/>
            </p:nvSpPr>
            <p:spPr>
              <a:xfrm>
                <a:off x="4001" y="707797"/>
                <a:ext cx="27429212" cy="3866226"/>
              </a:xfrm>
              <a:custGeom>
                <a:avLst/>
                <a:gdLst>
                  <a:gd name="connsiteX0" fmla="*/ 0 w 43891200"/>
                  <a:gd name="connsiteY0" fmla="*/ 0 h 7027483"/>
                  <a:gd name="connsiteX1" fmla="*/ 43891200 w 43891200"/>
                  <a:gd name="connsiteY1" fmla="*/ 0 h 7027483"/>
                  <a:gd name="connsiteX2" fmla="*/ 43891200 w 43891200"/>
                  <a:gd name="connsiteY2" fmla="*/ 7027483 h 7027483"/>
                  <a:gd name="connsiteX3" fmla="*/ 0 w 43891200"/>
                  <a:gd name="connsiteY3" fmla="*/ 7027483 h 7027483"/>
                  <a:gd name="connsiteX4" fmla="*/ 0 w 43891200"/>
                  <a:gd name="connsiteY4"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617527 w 43891200"/>
                  <a:gd name="connsiteY3" fmla="*/ 6999261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32864 w 43891200"/>
                  <a:gd name="connsiteY3" fmla="*/ 3330294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89306 w 43891200"/>
                  <a:gd name="connsiteY3" fmla="*/ 3104512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89306 w 43891200"/>
                  <a:gd name="connsiteY3" fmla="*/ 3104512 h 7027483"/>
                  <a:gd name="connsiteX4" fmla="*/ 84664 w 43891200"/>
                  <a:gd name="connsiteY4" fmla="*/ 5531673 h 7027483"/>
                  <a:gd name="connsiteX5" fmla="*/ 0 w 43891200"/>
                  <a:gd name="connsiteY5" fmla="*/ 0 h 7027483"/>
                  <a:gd name="connsiteX0" fmla="*/ 0 w 43891200"/>
                  <a:gd name="connsiteY0" fmla="*/ 0 h 7272584"/>
                  <a:gd name="connsiteX1" fmla="*/ 43891200 w 43891200"/>
                  <a:gd name="connsiteY1" fmla="*/ 0 h 7272584"/>
                  <a:gd name="connsiteX2" fmla="*/ 43891200 w 43891200"/>
                  <a:gd name="connsiteY2" fmla="*/ 7027483 h 7272584"/>
                  <a:gd name="connsiteX3" fmla="*/ 37534349 w 43891200"/>
                  <a:gd name="connsiteY3" fmla="*/ 5432466 h 7272584"/>
                  <a:gd name="connsiteX4" fmla="*/ 21589306 w 43891200"/>
                  <a:gd name="connsiteY4" fmla="*/ 3104512 h 7272584"/>
                  <a:gd name="connsiteX5" fmla="*/ 84664 w 43891200"/>
                  <a:gd name="connsiteY5" fmla="*/ 5531673 h 7272584"/>
                  <a:gd name="connsiteX6" fmla="*/ 0 w 43891200"/>
                  <a:gd name="connsiteY6" fmla="*/ 0 h 7272584"/>
                  <a:gd name="connsiteX0" fmla="*/ 0 w 43891200"/>
                  <a:gd name="connsiteY0" fmla="*/ 0 h 7027483"/>
                  <a:gd name="connsiteX1" fmla="*/ 43891200 w 43891200"/>
                  <a:gd name="connsiteY1" fmla="*/ 0 h 7027483"/>
                  <a:gd name="connsiteX2" fmla="*/ 43891200 w 43891200"/>
                  <a:gd name="connsiteY2" fmla="*/ 7027483 h 7027483"/>
                  <a:gd name="connsiteX3" fmla="*/ 37534349 w 43891200"/>
                  <a:gd name="connsiteY3" fmla="*/ 5432466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423313 w 43891200"/>
                  <a:gd name="connsiteY4" fmla="*/ 3012175 h 7027483"/>
                  <a:gd name="connsiteX5" fmla="*/ 84664 w 43891200"/>
                  <a:gd name="connsiteY5" fmla="*/ 5531673 h 7027483"/>
                  <a:gd name="connsiteX6" fmla="*/ 0 w 43891200"/>
                  <a:gd name="connsiteY6" fmla="*/ 0 h 7027483"/>
                  <a:gd name="connsiteX0" fmla="*/ 0 w 43891200"/>
                  <a:gd name="connsiteY0" fmla="*/ 0 h 6029592"/>
                  <a:gd name="connsiteX1" fmla="*/ 43891200 w 43891200"/>
                  <a:gd name="connsiteY1" fmla="*/ 0 h 6029592"/>
                  <a:gd name="connsiteX2" fmla="*/ 43852760 w 43891200"/>
                  <a:gd name="connsiteY2" fmla="*/ 6029592 h 6029592"/>
                  <a:gd name="connsiteX3" fmla="*/ 37534347 w 43891200"/>
                  <a:gd name="connsiteY3" fmla="*/ 5179307 h 6029592"/>
                  <a:gd name="connsiteX4" fmla="*/ 21423313 w 43891200"/>
                  <a:gd name="connsiteY4" fmla="*/ 3012175 h 6029592"/>
                  <a:gd name="connsiteX5" fmla="*/ 84664 w 43891200"/>
                  <a:gd name="connsiteY5" fmla="*/ 5531673 h 6029592"/>
                  <a:gd name="connsiteX6" fmla="*/ 0 w 43891200"/>
                  <a:gd name="connsiteY6" fmla="*/ 0 h 6029592"/>
                  <a:gd name="connsiteX0" fmla="*/ 0 w 43891200"/>
                  <a:gd name="connsiteY0" fmla="*/ 0 h 6029592"/>
                  <a:gd name="connsiteX1" fmla="*/ 43891200 w 43891200"/>
                  <a:gd name="connsiteY1" fmla="*/ 0 h 6029592"/>
                  <a:gd name="connsiteX2" fmla="*/ 43852760 w 43891200"/>
                  <a:gd name="connsiteY2" fmla="*/ 6029592 h 6029592"/>
                  <a:gd name="connsiteX3" fmla="*/ 36342689 w 43891200"/>
                  <a:gd name="connsiteY3" fmla="*/ 4466527 h 6029592"/>
                  <a:gd name="connsiteX4" fmla="*/ 21423313 w 43891200"/>
                  <a:gd name="connsiteY4" fmla="*/ 3012175 h 6029592"/>
                  <a:gd name="connsiteX5" fmla="*/ 84664 w 43891200"/>
                  <a:gd name="connsiteY5" fmla="*/ 5531673 h 6029592"/>
                  <a:gd name="connsiteX6" fmla="*/ 0 w 43891200"/>
                  <a:gd name="connsiteY6" fmla="*/ 0 h 6029592"/>
                  <a:gd name="connsiteX0" fmla="*/ 0 w 43891200"/>
                  <a:gd name="connsiteY0" fmla="*/ 0 h 6079664"/>
                  <a:gd name="connsiteX1" fmla="*/ 43891200 w 43891200"/>
                  <a:gd name="connsiteY1" fmla="*/ 0 h 6079664"/>
                  <a:gd name="connsiteX2" fmla="*/ 43852760 w 43891200"/>
                  <a:gd name="connsiteY2" fmla="*/ 6029592 h 6079664"/>
                  <a:gd name="connsiteX3" fmla="*/ 21423313 w 43891200"/>
                  <a:gd name="connsiteY3" fmla="*/ 3012175 h 6079664"/>
                  <a:gd name="connsiteX4" fmla="*/ 84664 w 43891200"/>
                  <a:gd name="connsiteY4" fmla="*/ 5531673 h 6079664"/>
                  <a:gd name="connsiteX5" fmla="*/ 0 w 43891200"/>
                  <a:gd name="connsiteY5" fmla="*/ 0 h 6079664"/>
                  <a:gd name="connsiteX0" fmla="*/ 0 w 43891200"/>
                  <a:gd name="connsiteY0" fmla="*/ 0 h 6029592"/>
                  <a:gd name="connsiteX1" fmla="*/ 43891200 w 43891200"/>
                  <a:gd name="connsiteY1" fmla="*/ 0 h 6029592"/>
                  <a:gd name="connsiteX2" fmla="*/ 43852760 w 43891200"/>
                  <a:gd name="connsiteY2" fmla="*/ 6029592 h 6029592"/>
                  <a:gd name="connsiteX3" fmla="*/ 21423313 w 43891200"/>
                  <a:gd name="connsiteY3" fmla="*/ 3012175 h 6029592"/>
                  <a:gd name="connsiteX4" fmla="*/ 84664 w 43891200"/>
                  <a:gd name="connsiteY4" fmla="*/ 5531673 h 6029592"/>
                  <a:gd name="connsiteX5" fmla="*/ 0 w 43891200"/>
                  <a:gd name="connsiteY5" fmla="*/ 0 h 6029592"/>
                  <a:gd name="connsiteX0" fmla="*/ 0 w 43891200"/>
                  <a:gd name="connsiteY0" fmla="*/ 0 h 6029592"/>
                  <a:gd name="connsiteX1" fmla="*/ 43891200 w 43891200"/>
                  <a:gd name="connsiteY1" fmla="*/ 0 h 6029592"/>
                  <a:gd name="connsiteX2" fmla="*/ 43852760 w 43891200"/>
                  <a:gd name="connsiteY2" fmla="*/ 6029592 h 6029592"/>
                  <a:gd name="connsiteX3" fmla="*/ 21423313 w 43891200"/>
                  <a:gd name="connsiteY3" fmla="*/ 3012175 h 6029592"/>
                  <a:gd name="connsiteX4" fmla="*/ 84664 w 43891200"/>
                  <a:gd name="connsiteY4" fmla="*/ 5531673 h 6029592"/>
                  <a:gd name="connsiteX5" fmla="*/ 0 w 43891200"/>
                  <a:gd name="connsiteY5" fmla="*/ 0 h 6029592"/>
                  <a:gd name="connsiteX0" fmla="*/ 0 w 43891200"/>
                  <a:gd name="connsiteY0" fmla="*/ 0 h 5887037"/>
                  <a:gd name="connsiteX1" fmla="*/ 43891200 w 43891200"/>
                  <a:gd name="connsiteY1" fmla="*/ 0 h 5887037"/>
                  <a:gd name="connsiteX2" fmla="*/ 43814321 w 43891200"/>
                  <a:gd name="connsiteY2" fmla="*/ 5887037 h 5887037"/>
                  <a:gd name="connsiteX3" fmla="*/ 21423313 w 43891200"/>
                  <a:gd name="connsiteY3" fmla="*/ 3012175 h 5887037"/>
                  <a:gd name="connsiteX4" fmla="*/ 84664 w 43891200"/>
                  <a:gd name="connsiteY4" fmla="*/ 5531673 h 5887037"/>
                  <a:gd name="connsiteX5" fmla="*/ 0 w 43891200"/>
                  <a:gd name="connsiteY5" fmla="*/ 0 h 5887037"/>
                  <a:gd name="connsiteX0" fmla="*/ 0 w 43891200"/>
                  <a:gd name="connsiteY0" fmla="*/ 0 h 5745966"/>
                  <a:gd name="connsiteX1" fmla="*/ 43891200 w 43891200"/>
                  <a:gd name="connsiteY1" fmla="*/ 0 h 5745966"/>
                  <a:gd name="connsiteX2" fmla="*/ 43814319 w 43891200"/>
                  <a:gd name="connsiteY2" fmla="*/ 5745966 h 5745966"/>
                  <a:gd name="connsiteX3" fmla="*/ 21423313 w 43891200"/>
                  <a:gd name="connsiteY3" fmla="*/ 3012175 h 5745966"/>
                  <a:gd name="connsiteX4" fmla="*/ 84664 w 43891200"/>
                  <a:gd name="connsiteY4" fmla="*/ 5531673 h 5745966"/>
                  <a:gd name="connsiteX5" fmla="*/ 0 w 43891200"/>
                  <a:gd name="connsiteY5" fmla="*/ 0 h 5745966"/>
                  <a:gd name="connsiteX0" fmla="*/ 0 w 43891200"/>
                  <a:gd name="connsiteY0" fmla="*/ 0 h 5774180"/>
                  <a:gd name="connsiteX1" fmla="*/ 43891200 w 43891200"/>
                  <a:gd name="connsiteY1" fmla="*/ 0 h 5774180"/>
                  <a:gd name="connsiteX2" fmla="*/ 43814319 w 43891200"/>
                  <a:gd name="connsiteY2" fmla="*/ 5774180 h 5774180"/>
                  <a:gd name="connsiteX3" fmla="*/ 21423313 w 43891200"/>
                  <a:gd name="connsiteY3" fmla="*/ 3012175 h 5774180"/>
                  <a:gd name="connsiteX4" fmla="*/ 84664 w 43891200"/>
                  <a:gd name="connsiteY4" fmla="*/ 5531673 h 5774180"/>
                  <a:gd name="connsiteX5" fmla="*/ 0 w 43891200"/>
                  <a:gd name="connsiteY5" fmla="*/ 0 h 5774180"/>
                  <a:gd name="connsiteX0" fmla="*/ 6633 w 43897833"/>
                  <a:gd name="connsiteY0" fmla="*/ 0 h 5774180"/>
                  <a:gd name="connsiteX1" fmla="*/ 43897833 w 43897833"/>
                  <a:gd name="connsiteY1" fmla="*/ 0 h 5774180"/>
                  <a:gd name="connsiteX2" fmla="*/ 43820952 w 43897833"/>
                  <a:gd name="connsiteY2" fmla="*/ 5774180 h 5774180"/>
                  <a:gd name="connsiteX3" fmla="*/ 21429946 w 43897833"/>
                  <a:gd name="connsiteY3" fmla="*/ 3012175 h 5774180"/>
                  <a:gd name="connsiteX4" fmla="*/ 0 w 43897833"/>
                  <a:gd name="connsiteY4" fmla="*/ 5757386 h 5774180"/>
                  <a:gd name="connsiteX5" fmla="*/ 6633 w 43897833"/>
                  <a:gd name="connsiteY5" fmla="*/ 0 h 5774180"/>
                  <a:gd name="connsiteX0" fmla="*/ 6633 w 43897833"/>
                  <a:gd name="connsiteY0" fmla="*/ 0 h 5785600"/>
                  <a:gd name="connsiteX1" fmla="*/ 43897833 w 43897833"/>
                  <a:gd name="connsiteY1" fmla="*/ 0 h 5785600"/>
                  <a:gd name="connsiteX2" fmla="*/ 43820952 w 43897833"/>
                  <a:gd name="connsiteY2" fmla="*/ 5774180 h 5785600"/>
                  <a:gd name="connsiteX3" fmla="*/ 21429946 w 43897833"/>
                  <a:gd name="connsiteY3" fmla="*/ 3012175 h 5785600"/>
                  <a:gd name="connsiteX4" fmla="*/ 0 w 43897833"/>
                  <a:gd name="connsiteY4" fmla="*/ 5785600 h 5785600"/>
                  <a:gd name="connsiteX5" fmla="*/ 6633 w 43897833"/>
                  <a:gd name="connsiteY5" fmla="*/ 0 h 5785600"/>
                  <a:gd name="connsiteX0" fmla="*/ 6633 w 43897833"/>
                  <a:gd name="connsiteY0" fmla="*/ 0 h 5785600"/>
                  <a:gd name="connsiteX1" fmla="*/ 43897833 w 43897833"/>
                  <a:gd name="connsiteY1" fmla="*/ 0 h 5785600"/>
                  <a:gd name="connsiteX2" fmla="*/ 43829914 w 43897833"/>
                  <a:gd name="connsiteY2" fmla="*/ 5757562 h 5785600"/>
                  <a:gd name="connsiteX3" fmla="*/ 21429946 w 43897833"/>
                  <a:gd name="connsiteY3" fmla="*/ 3012175 h 5785600"/>
                  <a:gd name="connsiteX4" fmla="*/ 0 w 43897833"/>
                  <a:gd name="connsiteY4" fmla="*/ 5785600 h 5785600"/>
                  <a:gd name="connsiteX5" fmla="*/ 6633 w 43897833"/>
                  <a:gd name="connsiteY5" fmla="*/ 0 h 5785600"/>
                  <a:gd name="connsiteX0" fmla="*/ 6633 w 43884390"/>
                  <a:gd name="connsiteY0" fmla="*/ 4153 h 5789753"/>
                  <a:gd name="connsiteX1" fmla="*/ 43884390 w 43884390"/>
                  <a:gd name="connsiteY1" fmla="*/ 0 h 5789753"/>
                  <a:gd name="connsiteX2" fmla="*/ 43829914 w 43884390"/>
                  <a:gd name="connsiteY2" fmla="*/ 5761715 h 5789753"/>
                  <a:gd name="connsiteX3" fmla="*/ 21429946 w 43884390"/>
                  <a:gd name="connsiteY3" fmla="*/ 3016328 h 5789753"/>
                  <a:gd name="connsiteX4" fmla="*/ 0 w 43884390"/>
                  <a:gd name="connsiteY4" fmla="*/ 5789753 h 5789753"/>
                  <a:gd name="connsiteX5" fmla="*/ 6633 w 43884390"/>
                  <a:gd name="connsiteY5" fmla="*/ 4153 h 5789753"/>
                  <a:gd name="connsiteX0" fmla="*/ 6633 w 43884392"/>
                  <a:gd name="connsiteY0" fmla="*/ 0 h 5785600"/>
                  <a:gd name="connsiteX1" fmla="*/ 43884392 w 43884392"/>
                  <a:gd name="connsiteY1" fmla="*/ 1 h 5785600"/>
                  <a:gd name="connsiteX2" fmla="*/ 43829914 w 43884392"/>
                  <a:gd name="connsiteY2" fmla="*/ 5757562 h 5785600"/>
                  <a:gd name="connsiteX3" fmla="*/ 21429946 w 43884392"/>
                  <a:gd name="connsiteY3" fmla="*/ 3012175 h 5785600"/>
                  <a:gd name="connsiteX4" fmla="*/ 0 w 43884392"/>
                  <a:gd name="connsiteY4" fmla="*/ 5785600 h 5785600"/>
                  <a:gd name="connsiteX5" fmla="*/ 6633 w 43884392"/>
                  <a:gd name="connsiteY5" fmla="*/ 0 h 5785600"/>
                  <a:gd name="connsiteX0" fmla="*/ 6633 w 43876785"/>
                  <a:gd name="connsiteY0" fmla="*/ 7053 h 5792653"/>
                  <a:gd name="connsiteX1" fmla="*/ 43876785 w 43876785"/>
                  <a:gd name="connsiteY1" fmla="*/ 0 h 5792653"/>
                  <a:gd name="connsiteX2" fmla="*/ 43829914 w 43876785"/>
                  <a:gd name="connsiteY2" fmla="*/ 5764615 h 5792653"/>
                  <a:gd name="connsiteX3" fmla="*/ 21429946 w 43876785"/>
                  <a:gd name="connsiteY3" fmla="*/ 3019228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429946 w 43876785"/>
                  <a:gd name="connsiteY3" fmla="*/ 3019228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852793 w 43876785"/>
                  <a:gd name="connsiteY3" fmla="*/ 301922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852793 w 43876785"/>
                  <a:gd name="connsiteY3" fmla="*/ 301922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64377 w 43876785"/>
                  <a:gd name="connsiteY3" fmla="*/ 300041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44088 w 43876785"/>
                  <a:gd name="connsiteY3" fmla="*/ 300041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801199"/>
                  <a:gd name="connsiteX1" fmla="*/ 43876785 w 43876785"/>
                  <a:gd name="connsiteY1" fmla="*/ 0 h 5801199"/>
                  <a:gd name="connsiteX2" fmla="*/ 43831664 w 43876785"/>
                  <a:gd name="connsiteY2" fmla="*/ 5801199 h 5801199"/>
                  <a:gd name="connsiteX3" fmla="*/ 21923799 w 43876785"/>
                  <a:gd name="connsiteY3" fmla="*/ 3009824 h 5801199"/>
                  <a:gd name="connsiteX4" fmla="*/ 0 w 43876785"/>
                  <a:gd name="connsiteY4" fmla="*/ 5792653 h 5801199"/>
                  <a:gd name="connsiteX5" fmla="*/ 6633 w 43876785"/>
                  <a:gd name="connsiteY5" fmla="*/ 7053 h 5801199"/>
                  <a:gd name="connsiteX0" fmla="*/ 6633 w 43876785"/>
                  <a:gd name="connsiteY0" fmla="*/ 7053 h 5811651"/>
                  <a:gd name="connsiteX1" fmla="*/ 43876785 w 43876785"/>
                  <a:gd name="connsiteY1" fmla="*/ 0 h 5811651"/>
                  <a:gd name="connsiteX2" fmla="*/ 43826110 w 43876785"/>
                  <a:gd name="connsiteY2" fmla="*/ 5811651 h 5811651"/>
                  <a:gd name="connsiteX3" fmla="*/ 21923799 w 43876785"/>
                  <a:gd name="connsiteY3" fmla="*/ 3009824 h 5811651"/>
                  <a:gd name="connsiteX4" fmla="*/ 0 w 43876785"/>
                  <a:gd name="connsiteY4" fmla="*/ 5792653 h 5811651"/>
                  <a:gd name="connsiteX5" fmla="*/ 6633 w 43876785"/>
                  <a:gd name="connsiteY5" fmla="*/ 7053 h 5811651"/>
                  <a:gd name="connsiteX0" fmla="*/ -1 w 43870151"/>
                  <a:gd name="connsiteY0" fmla="*/ 7053 h 5818785"/>
                  <a:gd name="connsiteX1" fmla="*/ 43870151 w 43870151"/>
                  <a:gd name="connsiteY1" fmla="*/ 0 h 5818785"/>
                  <a:gd name="connsiteX2" fmla="*/ 43819476 w 43870151"/>
                  <a:gd name="connsiteY2" fmla="*/ 5811651 h 5818785"/>
                  <a:gd name="connsiteX3" fmla="*/ 21917165 w 43870151"/>
                  <a:gd name="connsiteY3" fmla="*/ 3009824 h 5818785"/>
                  <a:gd name="connsiteX4" fmla="*/ 4477 w 43870151"/>
                  <a:gd name="connsiteY4" fmla="*/ 5818785 h 5818785"/>
                  <a:gd name="connsiteX5" fmla="*/ -1 w 43870151"/>
                  <a:gd name="connsiteY5" fmla="*/ 7053 h 5818785"/>
                  <a:gd name="connsiteX0" fmla="*/ 239 w 43870391"/>
                  <a:gd name="connsiteY0" fmla="*/ 7053 h 5814778"/>
                  <a:gd name="connsiteX1" fmla="*/ 43870391 w 43870391"/>
                  <a:gd name="connsiteY1" fmla="*/ 0 h 5814778"/>
                  <a:gd name="connsiteX2" fmla="*/ 43819716 w 43870391"/>
                  <a:gd name="connsiteY2" fmla="*/ 5811651 h 5814778"/>
                  <a:gd name="connsiteX3" fmla="*/ 21917405 w 43870391"/>
                  <a:gd name="connsiteY3" fmla="*/ 3009824 h 5814778"/>
                  <a:gd name="connsiteX4" fmla="*/ 457 w 43870391"/>
                  <a:gd name="connsiteY4" fmla="*/ 5814778 h 5814778"/>
                  <a:gd name="connsiteX5" fmla="*/ 239 w 43870391"/>
                  <a:gd name="connsiteY5" fmla="*/ 7053 h 5814778"/>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806763 h 5811651"/>
                  <a:gd name="connsiteX5" fmla="*/ 239 w 43870391"/>
                  <a:gd name="connsiteY5" fmla="*/ 7053 h 5811651"/>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798748 h 5811651"/>
                  <a:gd name="connsiteX5" fmla="*/ 239 w 43870391"/>
                  <a:gd name="connsiteY5" fmla="*/ 7053 h 5811651"/>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798748 h 5811651"/>
                  <a:gd name="connsiteX5" fmla="*/ 239 w 43870391"/>
                  <a:gd name="connsiteY5" fmla="*/ 7053 h 5811651"/>
                  <a:gd name="connsiteX0" fmla="*/ 239 w 43842825"/>
                  <a:gd name="connsiteY0" fmla="*/ 7053 h 5811651"/>
                  <a:gd name="connsiteX1" fmla="*/ 43842825 w 43842825"/>
                  <a:gd name="connsiteY1" fmla="*/ 0 h 5811651"/>
                  <a:gd name="connsiteX2" fmla="*/ 43819716 w 43842825"/>
                  <a:gd name="connsiteY2" fmla="*/ 5811651 h 5811651"/>
                  <a:gd name="connsiteX3" fmla="*/ 21917405 w 43842825"/>
                  <a:gd name="connsiteY3" fmla="*/ 3009824 h 5811651"/>
                  <a:gd name="connsiteX4" fmla="*/ 457 w 43842825"/>
                  <a:gd name="connsiteY4" fmla="*/ 5798748 h 5811651"/>
                  <a:gd name="connsiteX5" fmla="*/ 239 w 43842825"/>
                  <a:gd name="connsiteY5" fmla="*/ 7053 h 5811651"/>
                  <a:gd name="connsiteX0" fmla="*/ 239 w 43824446"/>
                  <a:gd name="connsiteY0" fmla="*/ 7053 h 5811651"/>
                  <a:gd name="connsiteX1" fmla="*/ 43824446 w 43824446"/>
                  <a:gd name="connsiteY1" fmla="*/ 0 h 5811651"/>
                  <a:gd name="connsiteX2" fmla="*/ 43819716 w 43824446"/>
                  <a:gd name="connsiteY2" fmla="*/ 5811651 h 5811651"/>
                  <a:gd name="connsiteX3" fmla="*/ 21917405 w 43824446"/>
                  <a:gd name="connsiteY3" fmla="*/ 3009824 h 5811651"/>
                  <a:gd name="connsiteX4" fmla="*/ 457 w 43824446"/>
                  <a:gd name="connsiteY4" fmla="*/ 5798748 h 5811651"/>
                  <a:gd name="connsiteX5" fmla="*/ 239 w 43824446"/>
                  <a:gd name="connsiteY5" fmla="*/ 7053 h 581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24446" h="5811651">
                    <a:moveTo>
                      <a:pt x="239" y="7053"/>
                    </a:moveTo>
                    <a:lnTo>
                      <a:pt x="43824446" y="0"/>
                    </a:lnTo>
                    <a:cubicBezTo>
                      <a:pt x="43822869" y="1937217"/>
                      <a:pt x="43821293" y="3874434"/>
                      <a:pt x="43819716" y="5811651"/>
                    </a:cubicBezTo>
                    <a:cubicBezTo>
                      <a:pt x="38268362" y="4032785"/>
                      <a:pt x="30438085" y="2966157"/>
                      <a:pt x="21917405" y="3009824"/>
                    </a:cubicBezTo>
                    <a:cubicBezTo>
                      <a:pt x="14614291" y="3047251"/>
                      <a:pt x="6453731" y="3277510"/>
                      <a:pt x="457" y="5798748"/>
                    </a:cubicBezTo>
                    <a:cubicBezTo>
                      <a:pt x="-1036" y="3861504"/>
                      <a:pt x="1732" y="1944297"/>
                      <a:pt x="239" y="7053"/>
                    </a:cubicBezTo>
                    <a:close/>
                  </a:path>
                </a:pathLst>
              </a:custGeom>
              <a:gradFill flip="none" rotWithShape="1">
                <a:gsLst>
                  <a:gs pos="0">
                    <a:schemeClr val="accent6"/>
                  </a:gs>
                  <a:gs pos="100000">
                    <a:schemeClr val="accent4"/>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6">
                <a:extLst>
                  <a:ext uri="{FF2B5EF4-FFF2-40B4-BE49-F238E27FC236}">
                    <a16:creationId xmlns:a16="http://schemas.microsoft.com/office/drawing/2014/main" xmlns="" id="{3476CBDF-3A09-5E4F-AE33-FA501DBEB945}"/>
                  </a:ext>
                </a:extLst>
              </p:cNvPr>
              <p:cNvSpPr/>
              <p:nvPr userDrawn="1"/>
            </p:nvSpPr>
            <p:spPr>
              <a:xfrm>
                <a:off x="-4323" y="5744"/>
                <a:ext cx="27440229" cy="4555641"/>
              </a:xfrm>
              <a:custGeom>
                <a:avLst/>
                <a:gdLst>
                  <a:gd name="connsiteX0" fmla="*/ 0 w 43891200"/>
                  <a:gd name="connsiteY0" fmla="*/ 0 h 7027483"/>
                  <a:gd name="connsiteX1" fmla="*/ 43891200 w 43891200"/>
                  <a:gd name="connsiteY1" fmla="*/ 0 h 7027483"/>
                  <a:gd name="connsiteX2" fmla="*/ 43891200 w 43891200"/>
                  <a:gd name="connsiteY2" fmla="*/ 7027483 h 7027483"/>
                  <a:gd name="connsiteX3" fmla="*/ 0 w 43891200"/>
                  <a:gd name="connsiteY3" fmla="*/ 7027483 h 7027483"/>
                  <a:gd name="connsiteX4" fmla="*/ 0 w 43891200"/>
                  <a:gd name="connsiteY4"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617527 w 43891200"/>
                  <a:gd name="connsiteY3" fmla="*/ 6999261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968081"/>
                  <a:gd name="connsiteY0" fmla="*/ 0 h 6688809"/>
                  <a:gd name="connsiteX1" fmla="*/ 43891200 w 43968081"/>
                  <a:gd name="connsiteY1" fmla="*/ 0 h 6688809"/>
                  <a:gd name="connsiteX2" fmla="*/ 43968081 w 43968081"/>
                  <a:gd name="connsiteY2" fmla="*/ 6358199 h 6688809"/>
                  <a:gd name="connsiteX3" fmla="*/ 21448200 w 43968081"/>
                  <a:gd name="connsiteY3" fmla="*/ 3838305 h 6688809"/>
                  <a:gd name="connsiteX4" fmla="*/ 28221 w 43968081"/>
                  <a:gd name="connsiteY4" fmla="*/ 6688809 h 6688809"/>
                  <a:gd name="connsiteX5" fmla="*/ 0 w 43968081"/>
                  <a:gd name="connsiteY5" fmla="*/ 0 h 6688809"/>
                  <a:gd name="connsiteX0" fmla="*/ 0 w 43891200"/>
                  <a:gd name="connsiteY0" fmla="*/ 0 h 6688809"/>
                  <a:gd name="connsiteX1" fmla="*/ 43891200 w 43891200"/>
                  <a:gd name="connsiteY1" fmla="*/ 0 h 6688809"/>
                  <a:gd name="connsiteX2" fmla="*/ 43793664 w 43891200"/>
                  <a:gd name="connsiteY2" fmla="*/ 6218350 h 6688809"/>
                  <a:gd name="connsiteX3" fmla="*/ 21448200 w 43891200"/>
                  <a:gd name="connsiteY3" fmla="*/ 3838305 h 6688809"/>
                  <a:gd name="connsiteX4" fmla="*/ 28221 w 43891200"/>
                  <a:gd name="connsiteY4" fmla="*/ 6688809 h 6688809"/>
                  <a:gd name="connsiteX5" fmla="*/ 0 w 43891200"/>
                  <a:gd name="connsiteY5" fmla="*/ 0 h 6688809"/>
                  <a:gd name="connsiteX0" fmla="*/ 0 w 43891200"/>
                  <a:gd name="connsiteY0" fmla="*/ 0 h 6688809"/>
                  <a:gd name="connsiteX1" fmla="*/ 43891200 w 43891200"/>
                  <a:gd name="connsiteY1" fmla="*/ 0 h 6688809"/>
                  <a:gd name="connsiteX2" fmla="*/ 43823938 w 43891200"/>
                  <a:gd name="connsiteY2" fmla="*/ 6183672 h 6688809"/>
                  <a:gd name="connsiteX3" fmla="*/ 21448200 w 43891200"/>
                  <a:gd name="connsiteY3" fmla="*/ 3838305 h 6688809"/>
                  <a:gd name="connsiteX4" fmla="*/ 28221 w 43891200"/>
                  <a:gd name="connsiteY4" fmla="*/ 6688809 h 6688809"/>
                  <a:gd name="connsiteX5" fmla="*/ 0 w 43891200"/>
                  <a:gd name="connsiteY5" fmla="*/ 0 h 6688809"/>
                  <a:gd name="connsiteX0" fmla="*/ 0 w 43823938"/>
                  <a:gd name="connsiteY0" fmla="*/ 0 h 6688809"/>
                  <a:gd name="connsiteX1" fmla="*/ 43800376 w 43823938"/>
                  <a:gd name="connsiteY1" fmla="*/ 0 h 6688809"/>
                  <a:gd name="connsiteX2" fmla="*/ 43823938 w 43823938"/>
                  <a:gd name="connsiteY2" fmla="*/ 6183672 h 6688809"/>
                  <a:gd name="connsiteX3" fmla="*/ 21448200 w 43823938"/>
                  <a:gd name="connsiteY3" fmla="*/ 3838305 h 6688809"/>
                  <a:gd name="connsiteX4" fmla="*/ 28221 w 43823938"/>
                  <a:gd name="connsiteY4" fmla="*/ 6688809 h 6688809"/>
                  <a:gd name="connsiteX5" fmla="*/ 0 w 43823938"/>
                  <a:gd name="connsiteY5" fmla="*/ 0 h 6688809"/>
                  <a:gd name="connsiteX0" fmla="*/ 0 w 43883631"/>
                  <a:gd name="connsiteY0" fmla="*/ 0 h 6688809"/>
                  <a:gd name="connsiteX1" fmla="*/ 43883631 w 43883631"/>
                  <a:gd name="connsiteY1" fmla="*/ 41614 h 6688809"/>
                  <a:gd name="connsiteX2" fmla="*/ 43823938 w 43883631"/>
                  <a:gd name="connsiteY2" fmla="*/ 6183672 h 6688809"/>
                  <a:gd name="connsiteX3" fmla="*/ 21448200 w 43883631"/>
                  <a:gd name="connsiteY3" fmla="*/ 3838305 h 6688809"/>
                  <a:gd name="connsiteX4" fmla="*/ 28221 w 43883631"/>
                  <a:gd name="connsiteY4" fmla="*/ 6688809 h 6688809"/>
                  <a:gd name="connsiteX5" fmla="*/ 0 w 43883631"/>
                  <a:gd name="connsiteY5" fmla="*/ 0 h 6688809"/>
                  <a:gd name="connsiteX0" fmla="*/ 0 w 43876062"/>
                  <a:gd name="connsiteY0" fmla="*/ 0 h 6688809"/>
                  <a:gd name="connsiteX1" fmla="*/ 43876062 w 43876062"/>
                  <a:gd name="connsiteY1" fmla="*/ 6936 h 6688809"/>
                  <a:gd name="connsiteX2" fmla="*/ 43823938 w 43876062"/>
                  <a:gd name="connsiteY2" fmla="*/ 6183672 h 6688809"/>
                  <a:gd name="connsiteX3" fmla="*/ 21448200 w 43876062"/>
                  <a:gd name="connsiteY3" fmla="*/ 3838305 h 6688809"/>
                  <a:gd name="connsiteX4" fmla="*/ 28221 w 43876062"/>
                  <a:gd name="connsiteY4" fmla="*/ 6688809 h 6688809"/>
                  <a:gd name="connsiteX5" fmla="*/ 0 w 43876062"/>
                  <a:gd name="connsiteY5" fmla="*/ 0 h 6688809"/>
                  <a:gd name="connsiteX0" fmla="*/ 0 w 43883634"/>
                  <a:gd name="connsiteY0" fmla="*/ 6936 h 6695745"/>
                  <a:gd name="connsiteX1" fmla="*/ 43883634 w 43883634"/>
                  <a:gd name="connsiteY1" fmla="*/ 0 h 6695745"/>
                  <a:gd name="connsiteX2" fmla="*/ 43823938 w 43883634"/>
                  <a:gd name="connsiteY2" fmla="*/ 6190608 h 6695745"/>
                  <a:gd name="connsiteX3" fmla="*/ 21448200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448200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86368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871047 w 43883634"/>
                  <a:gd name="connsiteY3" fmla="*/ 3810016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82633 w 43883634"/>
                  <a:gd name="connsiteY3" fmla="*/ 3782129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1837"/>
                  <a:gd name="connsiteX1" fmla="*/ 43883634 w 43883634"/>
                  <a:gd name="connsiteY1" fmla="*/ 0 h 6691837"/>
                  <a:gd name="connsiteX2" fmla="*/ 43827740 w 43883634"/>
                  <a:gd name="connsiteY2" fmla="*/ 6180150 h 6691837"/>
                  <a:gd name="connsiteX3" fmla="*/ 21911623 w 43883634"/>
                  <a:gd name="connsiteY3" fmla="*/ 3791425 h 6691837"/>
                  <a:gd name="connsiteX4" fmla="*/ 66513 w 43883634"/>
                  <a:gd name="connsiteY4" fmla="*/ 6691837 h 6691837"/>
                  <a:gd name="connsiteX5" fmla="*/ 0 w 43883634"/>
                  <a:gd name="connsiteY5" fmla="*/ 6936 h 6691837"/>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23933 w 43834140"/>
                  <a:gd name="connsiteY0" fmla="*/ 15369 h 6695746"/>
                  <a:gd name="connsiteX1" fmla="*/ 43834140 w 43834140"/>
                  <a:gd name="connsiteY1" fmla="*/ 0 h 6695746"/>
                  <a:gd name="connsiteX2" fmla="*/ 43778245 w 43834140"/>
                  <a:gd name="connsiteY2" fmla="*/ 5777889 h 6695746"/>
                  <a:gd name="connsiteX3" fmla="*/ 21862129 w 43834140"/>
                  <a:gd name="connsiteY3" fmla="*/ 3791425 h 6695746"/>
                  <a:gd name="connsiteX4" fmla="*/ 0 w 43834140"/>
                  <a:gd name="connsiteY4" fmla="*/ 6695746 h 6695746"/>
                  <a:gd name="connsiteX5" fmla="*/ 23933 w 43834140"/>
                  <a:gd name="connsiteY5" fmla="*/ 15369 h 6695746"/>
                  <a:gd name="connsiteX0" fmla="*/ 1414 w 43848334"/>
                  <a:gd name="connsiteY0" fmla="*/ 15369 h 6695746"/>
                  <a:gd name="connsiteX1" fmla="*/ 43848334 w 43848334"/>
                  <a:gd name="connsiteY1" fmla="*/ 0 h 6695746"/>
                  <a:gd name="connsiteX2" fmla="*/ 43792439 w 43848334"/>
                  <a:gd name="connsiteY2" fmla="*/ 5777889 h 6695746"/>
                  <a:gd name="connsiteX3" fmla="*/ 21876323 w 43848334"/>
                  <a:gd name="connsiteY3" fmla="*/ 3791425 h 6695746"/>
                  <a:gd name="connsiteX4" fmla="*/ 14194 w 43848334"/>
                  <a:gd name="connsiteY4" fmla="*/ 6695746 h 6695746"/>
                  <a:gd name="connsiteX5" fmla="*/ 1414 w 43848334"/>
                  <a:gd name="connsiteY5" fmla="*/ 15369 h 6695746"/>
                  <a:gd name="connsiteX0" fmla="*/ 1414 w 43792439"/>
                  <a:gd name="connsiteY0" fmla="*/ 6936 h 6687313"/>
                  <a:gd name="connsiteX1" fmla="*/ 43729019 w 43792439"/>
                  <a:gd name="connsiteY1" fmla="*/ 0 h 6687313"/>
                  <a:gd name="connsiteX2" fmla="*/ 43792439 w 43792439"/>
                  <a:gd name="connsiteY2" fmla="*/ 5769456 h 6687313"/>
                  <a:gd name="connsiteX3" fmla="*/ 21876323 w 43792439"/>
                  <a:gd name="connsiteY3" fmla="*/ 3782992 h 6687313"/>
                  <a:gd name="connsiteX4" fmla="*/ 14194 w 43792439"/>
                  <a:gd name="connsiteY4" fmla="*/ 6687313 h 6687313"/>
                  <a:gd name="connsiteX5" fmla="*/ 1414 w 43792439"/>
                  <a:gd name="connsiteY5" fmla="*/ 6936 h 6687313"/>
                  <a:gd name="connsiteX0" fmla="*/ 1414 w 43792439"/>
                  <a:gd name="connsiteY0" fmla="*/ 0 h 6680377"/>
                  <a:gd name="connsiteX1" fmla="*/ 43600524 w 43792439"/>
                  <a:gd name="connsiteY1" fmla="*/ 77395 h 6680377"/>
                  <a:gd name="connsiteX2" fmla="*/ 43792439 w 43792439"/>
                  <a:gd name="connsiteY2" fmla="*/ 5762520 h 6680377"/>
                  <a:gd name="connsiteX3" fmla="*/ 21876323 w 43792439"/>
                  <a:gd name="connsiteY3" fmla="*/ 3776056 h 6680377"/>
                  <a:gd name="connsiteX4" fmla="*/ 14194 w 43792439"/>
                  <a:gd name="connsiteY4" fmla="*/ 6680377 h 6680377"/>
                  <a:gd name="connsiteX5" fmla="*/ 1414 w 43792439"/>
                  <a:gd name="connsiteY5" fmla="*/ 0 h 6680377"/>
                  <a:gd name="connsiteX0" fmla="*/ 1414 w 43792439"/>
                  <a:gd name="connsiteY0" fmla="*/ 0 h 6680377"/>
                  <a:gd name="connsiteX1" fmla="*/ 43683128 w 43792439"/>
                  <a:gd name="connsiteY1" fmla="*/ 119561 h 6680377"/>
                  <a:gd name="connsiteX2" fmla="*/ 43792439 w 43792439"/>
                  <a:gd name="connsiteY2" fmla="*/ 5762520 h 6680377"/>
                  <a:gd name="connsiteX3" fmla="*/ 21876323 w 43792439"/>
                  <a:gd name="connsiteY3" fmla="*/ 3776056 h 6680377"/>
                  <a:gd name="connsiteX4" fmla="*/ 14194 w 43792439"/>
                  <a:gd name="connsiteY4" fmla="*/ 6680377 h 6680377"/>
                  <a:gd name="connsiteX5" fmla="*/ 1414 w 43792439"/>
                  <a:gd name="connsiteY5" fmla="*/ 0 h 6680377"/>
                  <a:gd name="connsiteX0" fmla="*/ 1414 w 43793267"/>
                  <a:gd name="connsiteY0" fmla="*/ 0 h 6680377"/>
                  <a:gd name="connsiteX1" fmla="*/ 43793267 w 43793267"/>
                  <a:gd name="connsiteY1" fmla="*/ 1497 h 6680377"/>
                  <a:gd name="connsiteX2" fmla="*/ 43792439 w 43793267"/>
                  <a:gd name="connsiteY2" fmla="*/ 5762520 h 6680377"/>
                  <a:gd name="connsiteX3" fmla="*/ 21876323 w 43793267"/>
                  <a:gd name="connsiteY3" fmla="*/ 3776056 h 6680377"/>
                  <a:gd name="connsiteX4" fmla="*/ 14194 w 43793267"/>
                  <a:gd name="connsiteY4" fmla="*/ 6680377 h 6680377"/>
                  <a:gd name="connsiteX5" fmla="*/ 1414 w 43793267"/>
                  <a:gd name="connsiteY5" fmla="*/ 0 h 668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93267" h="6680377">
                    <a:moveTo>
                      <a:pt x="1414" y="0"/>
                    </a:moveTo>
                    <a:lnTo>
                      <a:pt x="43793267" y="1497"/>
                    </a:lnTo>
                    <a:cubicBezTo>
                      <a:pt x="43793267" y="2343991"/>
                      <a:pt x="43792439" y="3420026"/>
                      <a:pt x="43792439" y="5762520"/>
                    </a:cubicBezTo>
                    <a:cubicBezTo>
                      <a:pt x="38990659" y="4549272"/>
                      <a:pt x="29172697" y="3623080"/>
                      <a:pt x="21876323" y="3776056"/>
                    </a:cubicBezTo>
                    <a:cubicBezTo>
                      <a:pt x="14579949" y="3929032"/>
                      <a:pt x="6467468" y="4159139"/>
                      <a:pt x="14194" y="6680377"/>
                    </a:cubicBezTo>
                    <a:cubicBezTo>
                      <a:pt x="22172" y="4453585"/>
                      <a:pt x="-6564" y="2226792"/>
                      <a:pt x="1414" y="0"/>
                    </a:cubicBezTo>
                    <a:close/>
                  </a:path>
                </a:pathLst>
              </a:custGeom>
              <a:gradFill flip="none" rotWithShape="1">
                <a:gsLst>
                  <a:gs pos="0">
                    <a:schemeClr val="accent6"/>
                  </a:gs>
                  <a:gs pos="10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15">
                <a:extLst>
                  <a:ext uri="{FF2B5EF4-FFF2-40B4-BE49-F238E27FC236}">
                    <a16:creationId xmlns:a16="http://schemas.microsoft.com/office/drawing/2014/main" xmlns="" id="{29155E73-85F0-884E-929D-BF5801321DB6}"/>
                  </a:ext>
                </a:extLst>
              </p:cNvPr>
              <p:cNvSpPr/>
              <p:nvPr userDrawn="1"/>
            </p:nvSpPr>
            <p:spPr>
              <a:xfrm>
                <a:off x="-14192" y="1382"/>
                <a:ext cx="27451941" cy="4570665"/>
              </a:xfrm>
              <a:custGeom>
                <a:avLst/>
                <a:gdLst>
                  <a:gd name="connsiteX0" fmla="*/ 0 w 43891200"/>
                  <a:gd name="connsiteY0" fmla="*/ 0 h 2171777"/>
                  <a:gd name="connsiteX1" fmla="*/ 43891200 w 43891200"/>
                  <a:gd name="connsiteY1" fmla="*/ 0 h 2171777"/>
                  <a:gd name="connsiteX2" fmla="*/ 43891200 w 43891200"/>
                  <a:gd name="connsiteY2" fmla="*/ 2171777 h 2171777"/>
                  <a:gd name="connsiteX3" fmla="*/ 0 w 43891200"/>
                  <a:gd name="connsiteY3" fmla="*/ 2171777 h 2171777"/>
                  <a:gd name="connsiteX4" fmla="*/ 0 w 43891200"/>
                  <a:gd name="connsiteY4" fmla="*/ 0 h 2171777"/>
                  <a:gd name="connsiteX0" fmla="*/ 0 w 43891200"/>
                  <a:gd name="connsiteY0" fmla="*/ 0 h 2171777"/>
                  <a:gd name="connsiteX1" fmla="*/ 43891200 w 43891200"/>
                  <a:gd name="connsiteY1" fmla="*/ 0 h 2171777"/>
                  <a:gd name="connsiteX2" fmla="*/ 43891200 w 43891200"/>
                  <a:gd name="connsiteY2" fmla="*/ 2171777 h 2171777"/>
                  <a:gd name="connsiteX3" fmla="*/ 21843298 w 43891200"/>
                  <a:gd name="connsiteY3" fmla="*/ 2143554 h 2171777"/>
                  <a:gd name="connsiteX4" fmla="*/ 0 w 43891200"/>
                  <a:gd name="connsiteY4" fmla="*/ 2171777 h 2171777"/>
                  <a:gd name="connsiteX5" fmla="*/ 0 w 43891200"/>
                  <a:gd name="connsiteY5" fmla="*/ 0 h 2171777"/>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90029"/>
                  <a:gd name="connsiteX1" fmla="*/ 43891200 w 43891200"/>
                  <a:gd name="connsiteY1" fmla="*/ 0 h 5390029"/>
                  <a:gd name="connsiteX2" fmla="*/ 43891200 w 43891200"/>
                  <a:gd name="connsiteY2" fmla="*/ 2171777 h 5390029"/>
                  <a:gd name="connsiteX3" fmla="*/ 21843298 w 43891200"/>
                  <a:gd name="connsiteY3" fmla="*/ 2143554 h 5390029"/>
                  <a:gd name="connsiteX4" fmla="*/ 28221 w 43891200"/>
                  <a:gd name="connsiteY4" fmla="*/ 5360956 h 5390029"/>
                  <a:gd name="connsiteX5" fmla="*/ 0 w 43891200"/>
                  <a:gd name="connsiteY5" fmla="*/ 0 h 5390029"/>
                  <a:gd name="connsiteX0" fmla="*/ 0 w 43891200"/>
                  <a:gd name="connsiteY0" fmla="*/ 0 h 5390029"/>
                  <a:gd name="connsiteX1" fmla="*/ 43891200 w 43891200"/>
                  <a:gd name="connsiteY1" fmla="*/ 0 h 5390029"/>
                  <a:gd name="connsiteX2" fmla="*/ 43891200 w 43891200"/>
                  <a:gd name="connsiteY2" fmla="*/ 2171777 h 5390029"/>
                  <a:gd name="connsiteX3" fmla="*/ 21843298 w 43891200"/>
                  <a:gd name="connsiteY3" fmla="*/ 2143554 h 5390029"/>
                  <a:gd name="connsiteX4" fmla="*/ 28221 w 43891200"/>
                  <a:gd name="connsiteY4" fmla="*/ 5360956 h 5390029"/>
                  <a:gd name="connsiteX5" fmla="*/ 0 w 43891200"/>
                  <a:gd name="connsiteY5" fmla="*/ 0 h 5390029"/>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691988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778314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197 w 43891200"/>
                  <a:gd name="connsiteY2" fmla="*/ 2143554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197 w 43891200"/>
                  <a:gd name="connsiteY2" fmla="*/ 2143554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83162"/>
                  <a:gd name="connsiteX1" fmla="*/ 43891200 w 43891200"/>
                  <a:gd name="connsiteY1" fmla="*/ 0 h 5383162"/>
                  <a:gd name="connsiteX2" fmla="*/ 43891197 w 43891200"/>
                  <a:gd name="connsiteY2" fmla="*/ 2143554 h 5383162"/>
                  <a:gd name="connsiteX3" fmla="*/ 21843298 w 43891200"/>
                  <a:gd name="connsiteY3" fmla="*/ 1381537 h 5383162"/>
                  <a:gd name="connsiteX4" fmla="*/ 12981 w 43891200"/>
                  <a:gd name="connsiteY4" fmla="*/ 5383162 h 5383162"/>
                  <a:gd name="connsiteX5" fmla="*/ 0 w 43891200"/>
                  <a:gd name="connsiteY5" fmla="*/ 0 h 5383162"/>
                  <a:gd name="connsiteX0" fmla="*/ 0 w 43891200"/>
                  <a:gd name="connsiteY0" fmla="*/ 0 h 5353553"/>
                  <a:gd name="connsiteX1" fmla="*/ 43891200 w 43891200"/>
                  <a:gd name="connsiteY1" fmla="*/ 0 h 5353553"/>
                  <a:gd name="connsiteX2" fmla="*/ 43891197 w 43891200"/>
                  <a:gd name="connsiteY2" fmla="*/ 2143554 h 5353553"/>
                  <a:gd name="connsiteX3" fmla="*/ 21843298 w 43891200"/>
                  <a:gd name="connsiteY3" fmla="*/ 1381537 h 5353553"/>
                  <a:gd name="connsiteX4" fmla="*/ 12981 w 43891200"/>
                  <a:gd name="connsiteY4" fmla="*/ 5353553 h 5353553"/>
                  <a:gd name="connsiteX5" fmla="*/ 0 w 43891200"/>
                  <a:gd name="connsiteY5" fmla="*/ 0 h 5353553"/>
                  <a:gd name="connsiteX0" fmla="*/ 0 w 43891200"/>
                  <a:gd name="connsiteY0" fmla="*/ 0 h 5375759"/>
                  <a:gd name="connsiteX1" fmla="*/ 43891200 w 43891200"/>
                  <a:gd name="connsiteY1" fmla="*/ 0 h 5375759"/>
                  <a:gd name="connsiteX2" fmla="*/ 43891197 w 43891200"/>
                  <a:gd name="connsiteY2" fmla="*/ 2143554 h 5375759"/>
                  <a:gd name="connsiteX3" fmla="*/ 21843298 w 43891200"/>
                  <a:gd name="connsiteY3" fmla="*/ 1381537 h 5375759"/>
                  <a:gd name="connsiteX4" fmla="*/ 2821 w 43891200"/>
                  <a:gd name="connsiteY4" fmla="*/ 5375759 h 5375759"/>
                  <a:gd name="connsiteX5" fmla="*/ 0 w 43891200"/>
                  <a:gd name="connsiteY5" fmla="*/ 0 h 5375759"/>
                  <a:gd name="connsiteX0" fmla="*/ 0 w 43891200"/>
                  <a:gd name="connsiteY0" fmla="*/ 0 h 5391472"/>
                  <a:gd name="connsiteX1" fmla="*/ 43891200 w 43891200"/>
                  <a:gd name="connsiteY1" fmla="*/ 0 h 5391472"/>
                  <a:gd name="connsiteX2" fmla="*/ 43891197 w 43891200"/>
                  <a:gd name="connsiteY2" fmla="*/ 2143554 h 5391472"/>
                  <a:gd name="connsiteX3" fmla="*/ 21843298 w 43891200"/>
                  <a:gd name="connsiteY3" fmla="*/ 1381537 h 5391472"/>
                  <a:gd name="connsiteX4" fmla="*/ 24143 w 43891200"/>
                  <a:gd name="connsiteY4" fmla="*/ 5391472 h 5391472"/>
                  <a:gd name="connsiteX5" fmla="*/ 0 w 43891200"/>
                  <a:gd name="connsiteY5" fmla="*/ 0 h 5391472"/>
                  <a:gd name="connsiteX0" fmla="*/ 0 w 43891200"/>
                  <a:gd name="connsiteY0" fmla="*/ 0 h 5388329"/>
                  <a:gd name="connsiteX1" fmla="*/ 43891200 w 43891200"/>
                  <a:gd name="connsiteY1" fmla="*/ 0 h 5388329"/>
                  <a:gd name="connsiteX2" fmla="*/ 43891197 w 43891200"/>
                  <a:gd name="connsiteY2" fmla="*/ 2143554 h 5388329"/>
                  <a:gd name="connsiteX3" fmla="*/ 21843298 w 43891200"/>
                  <a:gd name="connsiteY3" fmla="*/ 1381537 h 5388329"/>
                  <a:gd name="connsiteX4" fmla="*/ 11350 w 43891200"/>
                  <a:gd name="connsiteY4" fmla="*/ 5388329 h 5388329"/>
                  <a:gd name="connsiteX5" fmla="*/ 0 w 43891200"/>
                  <a:gd name="connsiteY5" fmla="*/ 0 h 5388329"/>
                  <a:gd name="connsiteX0" fmla="*/ 0 w 43918796"/>
                  <a:gd name="connsiteY0" fmla="*/ 0 h 5388329"/>
                  <a:gd name="connsiteX1" fmla="*/ 43918796 w 43918796"/>
                  <a:gd name="connsiteY1" fmla="*/ 0 h 5388329"/>
                  <a:gd name="connsiteX2" fmla="*/ 43918793 w 43918796"/>
                  <a:gd name="connsiteY2" fmla="*/ 2143554 h 5388329"/>
                  <a:gd name="connsiteX3" fmla="*/ 21870894 w 43918796"/>
                  <a:gd name="connsiteY3" fmla="*/ 1381537 h 5388329"/>
                  <a:gd name="connsiteX4" fmla="*/ 38946 w 43918796"/>
                  <a:gd name="connsiteY4" fmla="*/ 5388329 h 5388329"/>
                  <a:gd name="connsiteX5" fmla="*/ 0 w 43918796"/>
                  <a:gd name="connsiteY5" fmla="*/ 0 h 5388329"/>
                  <a:gd name="connsiteX0" fmla="*/ 0 w 43882001"/>
                  <a:gd name="connsiteY0" fmla="*/ 6780 h 5388329"/>
                  <a:gd name="connsiteX1" fmla="*/ 43882001 w 43882001"/>
                  <a:gd name="connsiteY1" fmla="*/ 0 h 5388329"/>
                  <a:gd name="connsiteX2" fmla="*/ 43881998 w 43882001"/>
                  <a:gd name="connsiteY2" fmla="*/ 2143554 h 5388329"/>
                  <a:gd name="connsiteX3" fmla="*/ 21834099 w 43882001"/>
                  <a:gd name="connsiteY3" fmla="*/ 1381537 h 5388329"/>
                  <a:gd name="connsiteX4" fmla="*/ 2151 w 43882001"/>
                  <a:gd name="connsiteY4" fmla="*/ 5388329 h 5388329"/>
                  <a:gd name="connsiteX5" fmla="*/ 0 w 43882001"/>
                  <a:gd name="connsiteY5" fmla="*/ 6780 h 5388329"/>
                  <a:gd name="connsiteX0" fmla="*/ 0 w 43909597"/>
                  <a:gd name="connsiteY0" fmla="*/ 6780 h 5388329"/>
                  <a:gd name="connsiteX1" fmla="*/ 43909597 w 43909597"/>
                  <a:gd name="connsiteY1" fmla="*/ 0 h 5388329"/>
                  <a:gd name="connsiteX2" fmla="*/ 43909594 w 43909597"/>
                  <a:gd name="connsiteY2" fmla="*/ 2143554 h 5388329"/>
                  <a:gd name="connsiteX3" fmla="*/ 21861695 w 43909597"/>
                  <a:gd name="connsiteY3" fmla="*/ 1381537 h 5388329"/>
                  <a:gd name="connsiteX4" fmla="*/ 29747 w 43909597"/>
                  <a:gd name="connsiteY4" fmla="*/ 5388329 h 5388329"/>
                  <a:gd name="connsiteX5" fmla="*/ 0 w 43909597"/>
                  <a:gd name="connsiteY5" fmla="*/ 6780 h 5388329"/>
                  <a:gd name="connsiteX0" fmla="*/ 16283 w 43879886"/>
                  <a:gd name="connsiteY0" fmla="*/ 13560 h 5388329"/>
                  <a:gd name="connsiteX1" fmla="*/ 43879886 w 43879886"/>
                  <a:gd name="connsiteY1" fmla="*/ 0 h 5388329"/>
                  <a:gd name="connsiteX2" fmla="*/ 43879883 w 43879886"/>
                  <a:gd name="connsiteY2" fmla="*/ 2143554 h 5388329"/>
                  <a:gd name="connsiteX3" fmla="*/ 21831984 w 43879886"/>
                  <a:gd name="connsiteY3" fmla="*/ 1381537 h 5388329"/>
                  <a:gd name="connsiteX4" fmla="*/ 36 w 43879886"/>
                  <a:gd name="connsiteY4" fmla="*/ 5388329 h 5388329"/>
                  <a:gd name="connsiteX5" fmla="*/ 16283 w 43879886"/>
                  <a:gd name="connsiteY5" fmla="*/ 13560 h 5388329"/>
                  <a:gd name="connsiteX0" fmla="*/ 7118 w 43879920"/>
                  <a:gd name="connsiteY0" fmla="*/ 6780 h 5388329"/>
                  <a:gd name="connsiteX1" fmla="*/ 43879920 w 43879920"/>
                  <a:gd name="connsiteY1" fmla="*/ 0 h 5388329"/>
                  <a:gd name="connsiteX2" fmla="*/ 43879917 w 43879920"/>
                  <a:gd name="connsiteY2" fmla="*/ 2143554 h 5388329"/>
                  <a:gd name="connsiteX3" fmla="*/ 21832018 w 43879920"/>
                  <a:gd name="connsiteY3" fmla="*/ 1381537 h 5388329"/>
                  <a:gd name="connsiteX4" fmla="*/ 70 w 43879920"/>
                  <a:gd name="connsiteY4" fmla="*/ 5388329 h 5388329"/>
                  <a:gd name="connsiteX5" fmla="*/ 7118 w 43879920"/>
                  <a:gd name="connsiteY5" fmla="*/ 6780 h 5388329"/>
                  <a:gd name="connsiteX0" fmla="*/ 0 w 43900399"/>
                  <a:gd name="connsiteY0" fmla="*/ 0 h 5388329"/>
                  <a:gd name="connsiteX1" fmla="*/ 43900399 w 43900399"/>
                  <a:gd name="connsiteY1" fmla="*/ 0 h 5388329"/>
                  <a:gd name="connsiteX2" fmla="*/ 43900396 w 43900399"/>
                  <a:gd name="connsiteY2" fmla="*/ 2143554 h 5388329"/>
                  <a:gd name="connsiteX3" fmla="*/ 21852497 w 43900399"/>
                  <a:gd name="connsiteY3" fmla="*/ 1381537 h 5388329"/>
                  <a:gd name="connsiteX4" fmla="*/ 20549 w 43900399"/>
                  <a:gd name="connsiteY4" fmla="*/ 5388329 h 5388329"/>
                  <a:gd name="connsiteX5" fmla="*/ 0 w 43900399"/>
                  <a:gd name="connsiteY5" fmla="*/ 0 h 5388329"/>
                  <a:gd name="connsiteX0" fmla="*/ 0 w 43900396"/>
                  <a:gd name="connsiteY0" fmla="*/ 0 h 5388329"/>
                  <a:gd name="connsiteX1" fmla="*/ 43854405 w 43900396"/>
                  <a:gd name="connsiteY1" fmla="*/ 27119 h 5388329"/>
                  <a:gd name="connsiteX2" fmla="*/ 43900396 w 43900396"/>
                  <a:gd name="connsiteY2" fmla="*/ 2143554 h 5388329"/>
                  <a:gd name="connsiteX3" fmla="*/ 21852497 w 43900396"/>
                  <a:gd name="connsiteY3" fmla="*/ 1381537 h 5388329"/>
                  <a:gd name="connsiteX4" fmla="*/ 20549 w 43900396"/>
                  <a:gd name="connsiteY4" fmla="*/ 5388329 h 5388329"/>
                  <a:gd name="connsiteX5" fmla="*/ 0 w 43900396"/>
                  <a:gd name="connsiteY5" fmla="*/ 0 h 5388329"/>
                  <a:gd name="connsiteX0" fmla="*/ 0 w 43900398"/>
                  <a:gd name="connsiteY0" fmla="*/ 0 h 5388329"/>
                  <a:gd name="connsiteX1" fmla="*/ 43900398 w 43900398"/>
                  <a:gd name="connsiteY1" fmla="*/ 6780 h 5388329"/>
                  <a:gd name="connsiteX2" fmla="*/ 43900396 w 43900398"/>
                  <a:gd name="connsiteY2" fmla="*/ 2143554 h 5388329"/>
                  <a:gd name="connsiteX3" fmla="*/ 21852497 w 43900398"/>
                  <a:gd name="connsiteY3" fmla="*/ 1381537 h 5388329"/>
                  <a:gd name="connsiteX4" fmla="*/ 20549 w 43900398"/>
                  <a:gd name="connsiteY4" fmla="*/ 5388329 h 5388329"/>
                  <a:gd name="connsiteX5" fmla="*/ 0 w 43900398"/>
                  <a:gd name="connsiteY5" fmla="*/ 0 h 5388329"/>
                  <a:gd name="connsiteX0" fmla="*/ 0 w 43909598"/>
                  <a:gd name="connsiteY0" fmla="*/ 0 h 5388329"/>
                  <a:gd name="connsiteX1" fmla="*/ 43909598 w 43909598"/>
                  <a:gd name="connsiteY1" fmla="*/ 6780 h 5388329"/>
                  <a:gd name="connsiteX2" fmla="*/ 43900396 w 43909598"/>
                  <a:gd name="connsiteY2" fmla="*/ 2143554 h 5388329"/>
                  <a:gd name="connsiteX3" fmla="*/ 21852497 w 43909598"/>
                  <a:gd name="connsiteY3" fmla="*/ 1381537 h 5388329"/>
                  <a:gd name="connsiteX4" fmla="*/ 20549 w 43909598"/>
                  <a:gd name="connsiteY4" fmla="*/ 5388329 h 5388329"/>
                  <a:gd name="connsiteX5" fmla="*/ 0 w 43909598"/>
                  <a:gd name="connsiteY5" fmla="*/ 0 h 538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909598" h="5388329">
                    <a:moveTo>
                      <a:pt x="0" y="0"/>
                    </a:moveTo>
                    <a:lnTo>
                      <a:pt x="43909598" y="6780"/>
                    </a:lnTo>
                    <a:cubicBezTo>
                      <a:pt x="43909597" y="719038"/>
                      <a:pt x="43900397" y="1431296"/>
                      <a:pt x="43900396" y="2143554"/>
                    </a:cubicBezTo>
                    <a:cubicBezTo>
                      <a:pt x="37284373" y="1358490"/>
                      <a:pt x="29162993" y="845303"/>
                      <a:pt x="21852497" y="1381537"/>
                    </a:cubicBezTo>
                    <a:cubicBezTo>
                      <a:pt x="14542001" y="1917771"/>
                      <a:pt x="6144574" y="2782191"/>
                      <a:pt x="20549" y="5388329"/>
                    </a:cubicBezTo>
                    <a:cubicBezTo>
                      <a:pt x="19609" y="3596409"/>
                      <a:pt x="940" y="1791920"/>
                      <a:pt x="0" y="0"/>
                    </a:cubicBezTo>
                    <a:close/>
                  </a:path>
                </a:pathLst>
              </a:custGeom>
              <a:gradFill flip="none" rotWithShape="1">
                <a:gsLst>
                  <a:gs pos="0">
                    <a:schemeClr val="tx2"/>
                  </a:gs>
                  <a:gs pos="10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n>
                    <a:noFill/>
                  </a:ln>
                  <a:solidFill>
                    <a:schemeClr val="accent1"/>
                  </a:solidFill>
                </a:endParaRPr>
              </a:p>
            </p:txBody>
          </p:sp>
        </p:grpSp>
      </p:grpSp>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3038715" rtl="0" eaLnBrk="1" latinLnBrk="0" hangingPunct="1">
        <a:spcBef>
          <a:spcPct val="0"/>
        </a:spcBef>
        <a:buNone/>
        <a:defRPr sz="6000" kern="1200">
          <a:solidFill>
            <a:schemeClr val="bg1"/>
          </a:solidFill>
          <a:latin typeface="Trebuchet MS" pitchFamily="34" charset="0"/>
          <a:ea typeface="+mj-ea"/>
          <a:cs typeface="+mj-cs"/>
        </a:defRPr>
      </a:lvl1pPr>
    </p:titleStyle>
    <p:bodyStyle>
      <a:lvl1pPr marL="1139518" indent="-1139518" algn="l" defTabSz="3038715" rtl="0" eaLnBrk="1" latinLnBrk="0" hangingPunct="1">
        <a:spcBef>
          <a:spcPct val="20000"/>
        </a:spcBef>
        <a:buFont typeface="Arial" pitchFamily="34" charset="0"/>
        <a:buChar char="•"/>
        <a:defRPr sz="10600" kern="1200">
          <a:solidFill>
            <a:schemeClr val="tx1"/>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p:bodyStyle>
    <p:other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 name="Rounded Rectangle 39"/>
          <p:cNvSpPr/>
          <p:nvPr userDrawn="1"/>
        </p:nvSpPr>
        <p:spPr>
          <a:xfrm>
            <a:off x="410163" y="3949273"/>
            <a:ext cx="10105386" cy="24571786"/>
          </a:xfrm>
          <a:prstGeom prst="roundRect">
            <a:avLst>
              <a:gd name="adj" fmla="val 3888"/>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ounded Rectangle 41"/>
          <p:cNvSpPr/>
          <p:nvPr userDrawn="1"/>
        </p:nvSpPr>
        <p:spPr>
          <a:xfrm>
            <a:off x="10867092" y="3949273"/>
            <a:ext cx="10105386" cy="24571786"/>
          </a:xfrm>
          <a:prstGeom prst="roundRect">
            <a:avLst>
              <a:gd name="adj" fmla="val 3888"/>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5" name="Group 74"/>
          <p:cNvGrpSpPr/>
          <p:nvPr userDrawn="1"/>
        </p:nvGrpSpPr>
        <p:grpSpPr>
          <a:xfrm rot="10800000">
            <a:off x="-33056" y="28779870"/>
            <a:ext cx="21449567" cy="1502229"/>
            <a:chOff x="-14192" y="1382"/>
            <a:chExt cx="27451941" cy="4572641"/>
          </a:xfrm>
        </p:grpSpPr>
        <p:sp>
          <p:nvSpPr>
            <p:cNvPr id="76" name="Rectangle 16"/>
            <p:cNvSpPr/>
            <p:nvPr userDrawn="1"/>
          </p:nvSpPr>
          <p:spPr>
            <a:xfrm>
              <a:off x="4001" y="707796"/>
              <a:ext cx="27429212" cy="3866227"/>
            </a:xfrm>
            <a:custGeom>
              <a:avLst/>
              <a:gdLst>
                <a:gd name="connsiteX0" fmla="*/ 0 w 43891200"/>
                <a:gd name="connsiteY0" fmla="*/ 0 h 7027483"/>
                <a:gd name="connsiteX1" fmla="*/ 43891200 w 43891200"/>
                <a:gd name="connsiteY1" fmla="*/ 0 h 7027483"/>
                <a:gd name="connsiteX2" fmla="*/ 43891200 w 43891200"/>
                <a:gd name="connsiteY2" fmla="*/ 7027483 h 7027483"/>
                <a:gd name="connsiteX3" fmla="*/ 0 w 43891200"/>
                <a:gd name="connsiteY3" fmla="*/ 7027483 h 7027483"/>
                <a:gd name="connsiteX4" fmla="*/ 0 w 43891200"/>
                <a:gd name="connsiteY4"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617527 w 43891200"/>
                <a:gd name="connsiteY3" fmla="*/ 6999261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32864 w 43891200"/>
                <a:gd name="connsiteY3" fmla="*/ 3330294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89306 w 43891200"/>
                <a:gd name="connsiteY3" fmla="*/ 3104512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89306 w 43891200"/>
                <a:gd name="connsiteY3" fmla="*/ 3104512 h 7027483"/>
                <a:gd name="connsiteX4" fmla="*/ 84664 w 43891200"/>
                <a:gd name="connsiteY4" fmla="*/ 5531673 h 7027483"/>
                <a:gd name="connsiteX5" fmla="*/ 0 w 43891200"/>
                <a:gd name="connsiteY5" fmla="*/ 0 h 7027483"/>
                <a:gd name="connsiteX0" fmla="*/ 0 w 43891200"/>
                <a:gd name="connsiteY0" fmla="*/ 0 h 7272584"/>
                <a:gd name="connsiteX1" fmla="*/ 43891200 w 43891200"/>
                <a:gd name="connsiteY1" fmla="*/ 0 h 7272584"/>
                <a:gd name="connsiteX2" fmla="*/ 43891200 w 43891200"/>
                <a:gd name="connsiteY2" fmla="*/ 7027483 h 7272584"/>
                <a:gd name="connsiteX3" fmla="*/ 37534349 w 43891200"/>
                <a:gd name="connsiteY3" fmla="*/ 5432466 h 7272584"/>
                <a:gd name="connsiteX4" fmla="*/ 21589306 w 43891200"/>
                <a:gd name="connsiteY4" fmla="*/ 3104512 h 7272584"/>
                <a:gd name="connsiteX5" fmla="*/ 84664 w 43891200"/>
                <a:gd name="connsiteY5" fmla="*/ 5531673 h 7272584"/>
                <a:gd name="connsiteX6" fmla="*/ 0 w 43891200"/>
                <a:gd name="connsiteY6" fmla="*/ 0 h 7272584"/>
                <a:gd name="connsiteX0" fmla="*/ 0 w 43891200"/>
                <a:gd name="connsiteY0" fmla="*/ 0 h 7027483"/>
                <a:gd name="connsiteX1" fmla="*/ 43891200 w 43891200"/>
                <a:gd name="connsiteY1" fmla="*/ 0 h 7027483"/>
                <a:gd name="connsiteX2" fmla="*/ 43891200 w 43891200"/>
                <a:gd name="connsiteY2" fmla="*/ 7027483 h 7027483"/>
                <a:gd name="connsiteX3" fmla="*/ 37534349 w 43891200"/>
                <a:gd name="connsiteY3" fmla="*/ 5432466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423313 w 43891200"/>
                <a:gd name="connsiteY4" fmla="*/ 3012175 h 7027483"/>
                <a:gd name="connsiteX5" fmla="*/ 84664 w 43891200"/>
                <a:gd name="connsiteY5" fmla="*/ 5531673 h 7027483"/>
                <a:gd name="connsiteX6" fmla="*/ 0 w 43891200"/>
                <a:gd name="connsiteY6" fmla="*/ 0 h 7027483"/>
                <a:gd name="connsiteX0" fmla="*/ 0 w 43891200"/>
                <a:gd name="connsiteY0" fmla="*/ 0 h 6029592"/>
                <a:gd name="connsiteX1" fmla="*/ 43891200 w 43891200"/>
                <a:gd name="connsiteY1" fmla="*/ 0 h 6029592"/>
                <a:gd name="connsiteX2" fmla="*/ 43852760 w 43891200"/>
                <a:gd name="connsiteY2" fmla="*/ 6029592 h 6029592"/>
                <a:gd name="connsiteX3" fmla="*/ 37534347 w 43891200"/>
                <a:gd name="connsiteY3" fmla="*/ 5179307 h 6029592"/>
                <a:gd name="connsiteX4" fmla="*/ 21423313 w 43891200"/>
                <a:gd name="connsiteY4" fmla="*/ 3012175 h 6029592"/>
                <a:gd name="connsiteX5" fmla="*/ 84664 w 43891200"/>
                <a:gd name="connsiteY5" fmla="*/ 5531673 h 6029592"/>
                <a:gd name="connsiteX6" fmla="*/ 0 w 43891200"/>
                <a:gd name="connsiteY6" fmla="*/ 0 h 6029592"/>
                <a:gd name="connsiteX0" fmla="*/ 0 w 43891200"/>
                <a:gd name="connsiteY0" fmla="*/ 0 h 6029592"/>
                <a:gd name="connsiteX1" fmla="*/ 43891200 w 43891200"/>
                <a:gd name="connsiteY1" fmla="*/ 0 h 6029592"/>
                <a:gd name="connsiteX2" fmla="*/ 43852760 w 43891200"/>
                <a:gd name="connsiteY2" fmla="*/ 6029592 h 6029592"/>
                <a:gd name="connsiteX3" fmla="*/ 36342689 w 43891200"/>
                <a:gd name="connsiteY3" fmla="*/ 4466527 h 6029592"/>
                <a:gd name="connsiteX4" fmla="*/ 21423313 w 43891200"/>
                <a:gd name="connsiteY4" fmla="*/ 3012175 h 6029592"/>
                <a:gd name="connsiteX5" fmla="*/ 84664 w 43891200"/>
                <a:gd name="connsiteY5" fmla="*/ 5531673 h 6029592"/>
                <a:gd name="connsiteX6" fmla="*/ 0 w 43891200"/>
                <a:gd name="connsiteY6" fmla="*/ 0 h 6029592"/>
                <a:gd name="connsiteX0" fmla="*/ 0 w 43891200"/>
                <a:gd name="connsiteY0" fmla="*/ 0 h 6079664"/>
                <a:gd name="connsiteX1" fmla="*/ 43891200 w 43891200"/>
                <a:gd name="connsiteY1" fmla="*/ 0 h 6079664"/>
                <a:gd name="connsiteX2" fmla="*/ 43852760 w 43891200"/>
                <a:gd name="connsiteY2" fmla="*/ 6029592 h 6079664"/>
                <a:gd name="connsiteX3" fmla="*/ 21423313 w 43891200"/>
                <a:gd name="connsiteY3" fmla="*/ 3012175 h 6079664"/>
                <a:gd name="connsiteX4" fmla="*/ 84664 w 43891200"/>
                <a:gd name="connsiteY4" fmla="*/ 5531673 h 6079664"/>
                <a:gd name="connsiteX5" fmla="*/ 0 w 43891200"/>
                <a:gd name="connsiteY5" fmla="*/ 0 h 6079664"/>
                <a:gd name="connsiteX0" fmla="*/ 0 w 43891200"/>
                <a:gd name="connsiteY0" fmla="*/ 0 h 6029592"/>
                <a:gd name="connsiteX1" fmla="*/ 43891200 w 43891200"/>
                <a:gd name="connsiteY1" fmla="*/ 0 h 6029592"/>
                <a:gd name="connsiteX2" fmla="*/ 43852760 w 43891200"/>
                <a:gd name="connsiteY2" fmla="*/ 6029592 h 6029592"/>
                <a:gd name="connsiteX3" fmla="*/ 21423313 w 43891200"/>
                <a:gd name="connsiteY3" fmla="*/ 3012175 h 6029592"/>
                <a:gd name="connsiteX4" fmla="*/ 84664 w 43891200"/>
                <a:gd name="connsiteY4" fmla="*/ 5531673 h 6029592"/>
                <a:gd name="connsiteX5" fmla="*/ 0 w 43891200"/>
                <a:gd name="connsiteY5" fmla="*/ 0 h 6029592"/>
                <a:gd name="connsiteX0" fmla="*/ 0 w 43891200"/>
                <a:gd name="connsiteY0" fmla="*/ 0 h 6029592"/>
                <a:gd name="connsiteX1" fmla="*/ 43891200 w 43891200"/>
                <a:gd name="connsiteY1" fmla="*/ 0 h 6029592"/>
                <a:gd name="connsiteX2" fmla="*/ 43852760 w 43891200"/>
                <a:gd name="connsiteY2" fmla="*/ 6029592 h 6029592"/>
                <a:gd name="connsiteX3" fmla="*/ 21423313 w 43891200"/>
                <a:gd name="connsiteY3" fmla="*/ 3012175 h 6029592"/>
                <a:gd name="connsiteX4" fmla="*/ 84664 w 43891200"/>
                <a:gd name="connsiteY4" fmla="*/ 5531673 h 6029592"/>
                <a:gd name="connsiteX5" fmla="*/ 0 w 43891200"/>
                <a:gd name="connsiteY5" fmla="*/ 0 h 6029592"/>
                <a:gd name="connsiteX0" fmla="*/ 0 w 43891200"/>
                <a:gd name="connsiteY0" fmla="*/ 0 h 5887037"/>
                <a:gd name="connsiteX1" fmla="*/ 43891200 w 43891200"/>
                <a:gd name="connsiteY1" fmla="*/ 0 h 5887037"/>
                <a:gd name="connsiteX2" fmla="*/ 43814321 w 43891200"/>
                <a:gd name="connsiteY2" fmla="*/ 5887037 h 5887037"/>
                <a:gd name="connsiteX3" fmla="*/ 21423313 w 43891200"/>
                <a:gd name="connsiteY3" fmla="*/ 3012175 h 5887037"/>
                <a:gd name="connsiteX4" fmla="*/ 84664 w 43891200"/>
                <a:gd name="connsiteY4" fmla="*/ 5531673 h 5887037"/>
                <a:gd name="connsiteX5" fmla="*/ 0 w 43891200"/>
                <a:gd name="connsiteY5" fmla="*/ 0 h 5887037"/>
                <a:gd name="connsiteX0" fmla="*/ 0 w 43891200"/>
                <a:gd name="connsiteY0" fmla="*/ 0 h 5745966"/>
                <a:gd name="connsiteX1" fmla="*/ 43891200 w 43891200"/>
                <a:gd name="connsiteY1" fmla="*/ 0 h 5745966"/>
                <a:gd name="connsiteX2" fmla="*/ 43814319 w 43891200"/>
                <a:gd name="connsiteY2" fmla="*/ 5745966 h 5745966"/>
                <a:gd name="connsiteX3" fmla="*/ 21423313 w 43891200"/>
                <a:gd name="connsiteY3" fmla="*/ 3012175 h 5745966"/>
                <a:gd name="connsiteX4" fmla="*/ 84664 w 43891200"/>
                <a:gd name="connsiteY4" fmla="*/ 5531673 h 5745966"/>
                <a:gd name="connsiteX5" fmla="*/ 0 w 43891200"/>
                <a:gd name="connsiteY5" fmla="*/ 0 h 5745966"/>
                <a:gd name="connsiteX0" fmla="*/ 0 w 43891200"/>
                <a:gd name="connsiteY0" fmla="*/ 0 h 5774180"/>
                <a:gd name="connsiteX1" fmla="*/ 43891200 w 43891200"/>
                <a:gd name="connsiteY1" fmla="*/ 0 h 5774180"/>
                <a:gd name="connsiteX2" fmla="*/ 43814319 w 43891200"/>
                <a:gd name="connsiteY2" fmla="*/ 5774180 h 5774180"/>
                <a:gd name="connsiteX3" fmla="*/ 21423313 w 43891200"/>
                <a:gd name="connsiteY3" fmla="*/ 3012175 h 5774180"/>
                <a:gd name="connsiteX4" fmla="*/ 84664 w 43891200"/>
                <a:gd name="connsiteY4" fmla="*/ 5531673 h 5774180"/>
                <a:gd name="connsiteX5" fmla="*/ 0 w 43891200"/>
                <a:gd name="connsiteY5" fmla="*/ 0 h 5774180"/>
                <a:gd name="connsiteX0" fmla="*/ 6633 w 43897833"/>
                <a:gd name="connsiteY0" fmla="*/ 0 h 5774180"/>
                <a:gd name="connsiteX1" fmla="*/ 43897833 w 43897833"/>
                <a:gd name="connsiteY1" fmla="*/ 0 h 5774180"/>
                <a:gd name="connsiteX2" fmla="*/ 43820952 w 43897833"/>
                <a:gd name="connsiteY2" fmla="*/ 5774180 h 5774180"/>
                <a:gd name="connsiteX3" fmla="*/ 21429946 w 43897833"/>
                <a:gd name="connsiteY3" fmla="*/ 3012175 h 5774180"/>
                <a:gd name="connsiteX4" fmla="*/ 0 w 43897833"/>
                <a:gd name="connsiteY4" fmla="*/ 5757386 h 5774180"/>
                <a:gd name="connsiteX5" fmla="*/ 6633 w 43897833"/>
                <a:gd name="connsiteY5" fmla="*/ 0 h 5774180"/>
                <a:gd name="connsiteX0" fmla="*/ 6633 w 43897833"/>
                <a:gd name="connsiteY0" fmla="*/ 0 h 5785600"/>
                <a:gd name="connsiteX1" fmla="*/ 43897833 w 43897833"/>
                <a:gd name="connsiteY1" fmla="*/ 0 h 5785600"/>
                <a:gd name="connsiteX2" fmla="*/ 43820952 w 43897833"/>
                <a:gd name="connsiteY2" fmla="*/ 5774180 h 5785600"/>
                <a:gd name="connsiteX3" fmla="*/ 21429946 w 43897833"/>
                <a:gd name="connsiteY3" fmla="*/ 3012175 h 5785600"/>
                <a:gd name="connsiteX4" fmla="*/ 0 w 43897833"/>
                <a:gd name="connsiteY4" fmla="*/ 5785600 h 5785600"/>
                <a:gd name="connsiteX5" fmla="*/ 6633 w 43897833"/>
                <a:gd name="connsiteY5" fmla="*/ 0 h 5785600"/>
                <a:gd name="connsiteX0" fmla="*/ 6633 w 43897833"/>
                <a:gd name="connsiteY0" fmla="*/ 0 h 5785600"/>
                <a:gd name="connsiteX1" fmla="*/ 43897833 w 43897833"/>
                <a:gd name="connsiteY1" fmla="*/ 0 h 5785600"/>
                <a:gd name="connsiteX2" fmla="*/ 43829914 w 43897833"/>
                <a:gd name="connsiteY2" fmla="*/ 5757562 h 5785600"/>
                <a:gd name="connsiteX3" fmla="*/ 21429946 w 43897833"/>
                <a:gd name="connsiteY3" fmla="*/ 3012175 h 5785600"/>
                <a:gd name="connsiteX4" fmla="*/ 0 w 43897833"/>
                <a:gd name="connsiteY4" fmla="*/ 5785600 h 5785600"/>
                <a:gd name="connsiteX5" fmla="*/ 6633 w 43897833"/>
                <a:gd name="connsiteY5" fmla="*/ 0 h 5785600"/>
                <a:gd name="connsiteX0" fmla="*/ 6633 w 43884390"/>
                <a:gd name="connsiteY0" fmla="*/ 4153 h 5789753"/>
                <a:gd name="connsiteX1" fmla="*/ 43884390 w 43884390"/>
                <a:gd name="connsiteY1" fmla="*/ 0 h 5789753"/>
                <a:gd name="connsiteX2" fmla="*/ 43829914 w 43884390"/>
                <a:gd name="connsiteY2" fmla="*/ 5761715 h 5789753"/>
                <a:gd name="connsiteX3" fmla="*/ 21429946 w 43884390"/>
                <a:gd name="connsiteY3" fmla="*/ 3016328 h 5789753"/>
                <a:gd name="connsiteX4" fmla="*/ 0 w 43884390"/>
                <a:gd name="connsiteY4" fmla="*/ 5789753 h 5789753"/>
                <a:gd name="connsiteX5" fmla="*/ 6633 w 43884390"/>
                <a:gd name="connsiteY5" fmla="*/ 4153 h 5789753"/>
                <a:gd name="connsiteX0" fmla="*/ 6633 w 43884392"/>
                <a:gd name="connsiteY0" fmla="*/ 0 h 5785600"/>
                <a:gd name="connsiteX1" fmla="*/ 43884392 w 43884392"/>
                <a:gd name="connsiteY1" fmla="*/ 1 h 5785600"/>
                <a:gd name="connsiteX2" fmla="*/ 43829914 w 43884392"/>
                <a:gd name="connsiteY2" fmla="*/ 5757562 h 5785600"/>
                <a:gd name="connsiteX3" fmla="*/ 21429946 w 43884392"/>
                <a:gd name="connsiteY3" fmla="*/ 3012175 h 5785600"/>
                <a:gd name="connsiteX4" fmla="*/ 0 w 43884392"/>
                <a:gd name="connsiteY4" fmla="*/ 5785600 h 5785600"/>
                <a:gd name="connsiteX5" fmla="*/ 6633 w 43884392"/>
                <a:gd name="connsiteY5" fmla="*/ 0 h 5785600"/>
                <a:gd name="connsiteX0" fmla="*/ 6633 w 43876785"/>
                <a:gd name="connsiteY0" fmla="*/ 7053 h 5792653"/>
                <a:gd name="connsiteX1" fmla="*/ 43876785 w 43876785"/>
                <a:gd name="connsiteY1" fmla="*/ 0 h 5792653"/>
                <a:gd name="connsiteX2" fmla="*/ 43829914 w 43876785"/>
                <a:gd name="connsiteY2" fmla="*/ 5764615 h 5792653"/>
                <a:gd name="connsiteX3" fmla="*/ 21429946 w 43876785"/>
                <a:gd name="connsiteY3" fmla="*/ 3019228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429946 w 43876785"/>
                <a:gd name="connsiteY3" fmla="*/ 3019228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852793 w 43876785"/>
                <a:gd name="connsiteY3" fmla="*/ 301922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852793 w 43876785"/>
                <a:gd name="connsiteY3" fmla="*/ 301922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64377 w 43876785"/>
                <a:gd name="connsiteY3" fmla="*/ 300041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44088 w 43876785"/>
                <a:gd name="connsiteY3" fmla="*/ 300041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801199"/>
                <a:gd name="connsiteX1" fmla="*/ 43876785 w 43876785"/>
                <a:gd name="connsiteY1" fmla="*/ 0 h 5801199"/>
                <a:gd name="connsiteX2" fmla="*/ 43831664 w 43876785"/>
                <a:gd name="connsiteY2" fmla="*/ 5801199 h 5801199"/>
                <a:gd name="connsiteX3" fmla="*/ 21923799 w 43876785"/>
                <a:gd name="connsiteY3" fmla="*/ 3009824 h 5801199"/>
                <a:gd name="connsiteX4" fmla="*/ 0 w 43876785"/>
                <a:gd name="connsiteY4" fmla="*/ 5792653 h 5801199"/>
                <a:gd name="connsiteX5" fmla="*/ 6633 w 43876785"/>
                <a:gd name="connsiteY5" fmla="*/ 7053 h 5801199"/>
                <a:gd name="connsiteX0" fmla="*/ 6633 w 43876785"/>
                <a:gd name="connsiteY0" fmla="*/ 7053 h 5811651"/>
                <a:gd name="connsiteX1" fmla="*/ 43876785 w 43876785"/>
                <a:gd name="connsiteY1" fmla="*/ 0 h 5811651"/>
                <a:gd name="connsiteX2" fmla="*/ 43826110 w 43876785"/>
                <a:gd name="connsiteY2" fmla="*/ 5811651 h 5811651"/>
                <a:gd name="connsiteX3" fmla="*/ 21923799 w 43876785"/>
                <a:gd name="connsiteY3" fmla="*/ 3009824 h 5811651"/>
                <a:gd name="connsiteX4" fmla="*/ 0 w 43876785"/>
                <a:gd name="connsiteY4" fmla="*/ 5792653 h 5811651"/>
                <a:gd name="connsiteX5" fmla="*/ 6633 w 43876785"/>
                <a:gd name="connsiteY5" fmla="*/ 7053 h 5811651"/>
                <a:gd name="connsiteX0" fmla="*/ -1 w 43870151"/>
                <a:gd name="connsiteY0" fmla="*/ 7053 h 5818785"/>
                <a:gd name="connsiteX1" fmla="*/ 43870151 w 43870151"/>
                <a:gd name="connsiteY1" fmla="*/ 0 h 5818785"/>
                <a:gd name="connsiteX2" fmla="*/ 43819476 w 43870151"/>
                <a:gd name="connsiteY2" fmla="*/ 5811651 h 5818785"/>
                <a:gd name="connsiteX3" fmla="*/ 21917165 w 43870151"/>
                <a:gd name="connsiteY3" fmla="*/ 3009824 h 5818785"/>
                <a:gd name="connsiteX4" fmla="*/ 4477 w 43870151"/>
                <a:gd name="connsiteY4" fmla="*/ 5818785 h 5818785"/>
                <a:gd name="connsiteX5" fmla="*/ -1 w 43870151"/>
                <a:gd name="connsiteY5" fmla="*/ 7053 h 5818785"/>
                <a:gd name="connsiteX0" fmla="*/ 239 w 43870391"/>
                <a:gd name="connsiteY0" fmla="*/ 7053 h 5814778"/>
                <a:gd name="connsiteX1" fmla="*/ 43870391 w 43870391"/>
                <a:gd name="connsiteY1" fmla="*/ 0 h 5814778"/>
                <a:gd name="connsiteX2" fmla="*/ 43819716 w 43870391"/>
                <a:gd name="connsiteY2" fmla="*/ 5811651 h 5814778"/>
                <a:gd name="connsiteX3" fmla="*/ 21917405 w 43870391"/>
                <a:gd name="connsiteY3" fmla="*/ 3009824 h 5814778"/>
                <a:gd name="connsiteX4" fmla="*/ 457 w 43870391"/>
                <a:gd name="connsiteY4" fmla="*/ 5814778 h 5814778"/>
                <a:gd name="connsiteX5" fmla="*/ 239 w 43870391"/>
                <a:gd name="connsiteY5" fmla="*/ 7053 h 5814778"/>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806763 h 5811651"/>
                <a:gd name="connsiteX5" fmla="*/ 239 w 43870391"/>
                <a:gd name="connsiteY5" fmla="*/ 7053 h 5811651"/>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798748 h 5811651"/>
                <a:gd name="connsiteX5" fmla="*/ 239 w 43870391"/>
                <a:gd name="connsiteY5" fmla="*/ 7053 h 5811651"/>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798748 h 5811651"/>
                <a:gd name="connsiteX5" fmla="*/ 239 w 43870391"/>
                <a:gd name="connsiteY5" fmla="*/ 7053 h 5811651"/>
                <a:gd name="connsiteX0" fmla="*/ 239 w 43842825"/>
                <a:gd name="connsiteY0" fmla="*/ 7053 h 5811651"/>
                <a:gd name="connsiteX1" fmla="*/ 43842825 w 43842825"/>
                <a:gd name="connsiteY1" fmla="*/ 0 h 5811651"/>
                <a:gd name="connsiteX2" fmla="*/ 43819716 w 43842825"/>
                <a:gd name="connsiteY2" fmla="*/ 5811651 h 5811651"/>
                <a:gd name="connsiteX3" fmla="*/ 21917405 w 43842825"/>
                <a:gd name="connsiteY3" fmla="*/ 3009824 h 5811651"/>
                <a:gd name="connsiteX4" fmla="*/ 457 w 43842825"/>
                <a:gd name="connsiteY4" fmla="*/ 5798748 h 5811651"/>
                <a:gd name="connsiteX5" fmla="*/ 239 w 43842825"/>
                <a:gd name="connsiteY5" fmla="*/ 7053 h 5811651"/>
                <a:gd name="connsiteX0" fmla="*/ 239 w 43824446"/>
                <a:gd name="connsiteY0" fmla="*/ 7053 h 5811651"/>
                <a:gd name="connsiteX1" fmla="*/ 43824446 w 43824446"/>
                <a:gd name="connsiteY1" fmla="*/ 0 h 5811651"/>
                <a:gd name="connsiteX2" fmla="*/ 43819716 w 43824446"/>
                <a:gd name="connsiteY2" fmla="*/ 5811651 h 5811651"/>
                <a:gd name="connsiteX3" fmla="*/ 21917405 w 43824446"/>
                <a:gd name="connsiteY3" fmla="*/ 3009824 h 5811651"/>
                <a:gd name="connsiteX4" fmla="*/ 457 w 43824446"/>
                <a:gd name="connsiteY4" fmla="*/ 5798748 h 5811651"/>
                <a:gd name="connsiteX5" fmla="*/ 239 w 43824446"/>
                <a:gd name="connsiteY5" fmla="*/ 7053 h 581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24446" h="5811651">
                  <a:moveTo>
                    <a:pt x="239" y="7053"/>
                  </a:moveTo>
                  <a:lnTo>
                    <a:pt x="43824446" y="0"/>
                  </a:lnTo>
                  <a:cubicBezTo>
                    <a:pt x="43822869" y="1937217"/>
                    <a:pt x="43821293" y="3874434"/>
                    <a:pt x="43819716" y="5811651"/>
                  </a:cubicBezTo>
                  <a:cubicBezTo>
                    <a:pt x="38268362" y="4032785"/>
                    <a:pt x="30438085" y="2966157"/>
                    <a:pt x="21917405" y="3009824"/>
                  </a:cubicBezTo>
                  <a:cubicBezTo>
                    <a:pt x="14614291" y="3047251"/>
                    <a:pt x="6453731" y="3277510"/>
                    <a:pt x="457" y="5798748"/>
                  </a:cubicBezTo>
                  <a:cubicBezTo>
                    <a:pt x="-1036" y="3861504"/>
                    <a:pt x="1732" y="1944297"/>
                    <a:pt x="239" y="7053"/>
                  </a:cubicBezTo>
                  <a:close/>
                </a:path>
              </a:pathLst>
            </a:custGeom>
            <a:gradFill flip="none" rotWithShape="1">
              <a:gsLst>
                <a:gs pos="0">
                  <a:schemeClr val="accent6"/>
                </a:gs>
                <a:gs pos="100000">
                  <a:schemeClr val="accent4"/>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7" name="Rectangle 16"/>
            <p:cNvSpPr/>
            <p:nvPr userDrawn="1"/>
          </p:nvSpPr>
          <p:spPr>
            <a:xfrm>
              <a:off x="-4323" y="5744"/>
              <a:ext cx="27440229" cy="4555641"/>
            </a:xfrm>
            <a:custGeom>
              <a:avLst/>
              <a:gdLst>
                <a:gd name="connsiteX0" fmla="*/ 0 w 43891200"/>
                <a:gd name="connsiteY0" fmla="*/ 0 h 7027483"/>
                <a:gd name="connsiteX1" fmla="*/ 43891200 w 43891200"/>
                <a:gd name="connsiteY1" fmla="*/ 0 h 7027483"/>
                <a:gd name="connsiteX2" fmla="*/ 43891200 w 43891200"/>
                <a:gd name="connsiteY2" fmla="*/ 7027483 h 7027483"/>
                <a:gd name="connsiteX3" fmla="*/ 0 w 43891200"/>
                <a:gd name="connsiteY3" fmla="*/ 7027483 h 7027483"/>
                <a:gd name="connsiteX4" fmla="*/ 0 w 43891200"/>
                <a:gd name="connsiteY4"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617527 w 43891200"/>
                <a:gd name="connsiteY3" fmla="*/ 6999261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968081"/>
                <a:gd name="connsiteY0" fmla="*/ 0 h 6688809"/>
                <a:gd name="connsiteX1" fmla="*/ 43891200 w 43968081"/>
                <a:gd name="connsiteY1" fmla="*/ 0 h 6688809"/>
                <a:gd name="connsiteX2" fmla="*/ 43968081 w 43968081"/>
                <a:gd name="connsiteY2" fmla="*/ 6358199 h 6688809"/>
                <a:gd name="connsiteX3" fmla="*/ 21448200 w 43968081"/>
                <a:gd name="connsiteY3" fmla="*/ 3838305 h 6688809"/>
                <a:gd name="connsiteX4" fmla="*/ 28221 w 43968081"/>
                <a:gd name="connsiteY4" fmla="*/ 6688809 h 6688809"/>
                <a:gd name="connsiteX5" fmla="*/ 0 w 43968081"/>
                <a:gd name="connsiteY5" fmla="*/ 0 h 6688809"/>
                <a:gd name="connsiteX0" fmla="*/ 0 w 43891200"/>
                <a:gd name="connsiteY0" fmla="*/ 0 h 6688809"/>
                <a:gd name="connsiteX1" fmla="*/ 43891200 w 43891200"/>
                <a:gd name="connsiteY1" fmla="*/ 0 h 6688809"/>
                <a:gd name="connsiteX2" fmla="*/ 43793664 w 43891200"/>
                <a:gd name="connsiteY2" fmla="*/ 6218350 h 6688809"/>
                <a:gd name="connsiteX3" fmla="*/ 21448200 w 43891200"/>
                <a:gd name="connsiteY3" fmla="*/ 3838305 h 6688809"/>
                <a:gd name="connsiteX4" fmla="*/ 28221 w 43891200"/>
                <a:gd name="connsiteY4" fmla="*/ 6688809 h 6688809"/>
                <a:gd name="connsiteX5" fmla="*/ 0 w 43891200"/>
                <a:gd name="connsiteY5" fmla="*/ 0 h 6688809"/>
                <a:gd name="connsiteX0" fmla="*/ 0 w 43891200"/>
                <a:gd name="connsiteY0" fmla="*/ 0 h 6688809"/>
                <a:gd name="connsiteX1" fmla="*/ 43891200 w 43891200"/>
                <a:gd name="connsiteY1" fmla="*/ 0 h 6688809"/>
                <a:gd name="connsiteX2" fmla="*/ 43823938 w 43891200"/>
                <a:gd name="connsiteY2" fmla="*/ 6183672 h 6688809"/>
                <a:gd name="connsiteX3" fmla="*/ 21448200 w 43891200"/>
                <a:gd name="connsiteY3" fmla="*/ 3838305 h 6688809"/>
                <a:gd name="connsiteX4" fmla="*/ 28221 w 43891200"/>
                <a:gd name="connsiteY4" fmla="*/ 6688809 h 6688809"/>
                <a:gd name="connsiteX5" fmla="*/ 0 w 43891200"/>
                <a:gd name="connsiteY5" fmla="*/ 0 h 6688809"/>
                <a:gd name="connsiteX0" fmla="*/ 0 w 43823938"/>
                <a:gd name="connsiteY0" fmla="*/ 0 h 6688809"/>
                <a:gd name="connsiteX1" fmla="*/ 43800376 w 43823938"/>
                <a:gd name="connsiteY1" fmla="*/ 0 h 6688809"/>
                <a:gd name="connsiteX2" fmla="*/ 43823938 w 43823938"/>
                <a:gd name="connsiteY2" fmla="*/ 6183672 h 6688809"/>
                <a:gd name="connsiteX3" fmla="*/ 21448200 w 43823938"/>
                <a:gd name="connsiteY3" fmla="*/ 3838305 h 6688809"/>
                <a:gd name="connsiteX4" fmla="*/ 28221 w 43823938"/>
                <a:gd name="connsiteY4" fmla="*/ 6688809 h 6688809"/>
                <a:gd name="connsiteX5" fmla="*/ 0 w 43823938"/>
                <a:gd name="connsiteY5" fmla="*/ 0 h 6688809"/>
                <a:gd name="connsiteX0" fmla="*/ 0 w 43883631"/>
                <a:gd name="connsiteY0" fmla="*/ 0 h 6688809"/>
                <a:gd name="connsiteX1" fmla="*/ 43883631 w 43883631"/>
                <a:gd name="connsiteY1" fmla="*/ 41614 h 6688809"/>
                <a:gd name="connsiteX2" fmla="*/ 43823938 w 43883631"/>
                <a:gd name="connsiteY2" fmla="*/ 6183672 h 6688809"/>
                <a:gd name="connsiteX3" fmla="*/ 21448200 w 43883631"/>
                <a:gd name="connsiteY3" fmla="*/ 3838305 h 6688809"/>
                <a:gd name="connsiteX4" fmla="*/ 28221 w 43883631"/>
                <a:gd name="connsiteY4" fmla="*/ 6688809 h 6688809"/>
                <a:gd name="connsiteX5" fmla="*/ 0 w 43883631"/>
                <a:gd name="connsiteY5" fmla="*/ 0 h 6688809"/>
                <a:gd name="connsiteX0" fmla="*/ 0 w 43876062"/>
                <a:gd name="connsiteY0" fmla="*/ 0 h 6688809"/>
                <a:gd name="connsiteX1" fmla="*/ 43876062 w 43876062"/>
                <a:gd name="connsiteY1" fmla="*/ 6936 h 6688809"/>
                <a:gd name="connsiteX2" fmla="*/ 43823938 w 43876062"/>
                <a:gd name="connsiteY2" fmla="*/ 6183672 h 6688809"/>
                <a:gd name="connsiteX3" fmla="*/ 21448200 w 43876062"/>
                <a:gd name="connsiteY3" fmla="*/ 3838305 h 6688809"/>
                <a:gd name="connsiteX4" fmla="*/ 28221 w 43876062"/>
                <a:gd name="connsiteY4" fmla="*/ 6688809 h 6688809"/>
                <a:gd name="connsiteX5" fmla="*/ 0 w 43876062"/>
                <a:gd name="connsiteY5" fmla="*/ 0 h 6688809"/>
                <a:gd name="connsiteX0" fmla="*/ 0 w 43883634"/>
                <a:gd name="connsiteY0" fmla="*/ 6936 h 6695745"/>
                <a:gd name="connsiteX1" fmla="*/ 43883634 w 43883634"/>
                <a:gd name="connsiteY1" fmla="*/ 0 h 6695745"/>
                <a:gd name="connsiteX2" fmla="*/ 43823938 w 43883634"/>
                <a:gd name="connsiteY2" fmla="*/ 6190608 h 6695745"/>
                <a:gd name="connsiteX3" fmla="*/ 21448200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448200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86368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871047 w 43883634"/>
                <a:gd name="connsiteY3" fmla="*/ 3810016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82633 w 43883634"/>
                <a:gd name="connsiteY3" fmla="*/ 3782129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1837"/>
                <a:gd name="connsiteX1" fmla="*/ 43883634 w 43883634"/>
                <a:gd name="connsiteY1" fmla="*/ 0 h 6691837"/>
                <a:gd name="connsiteX2" fmla="*/ 43827740 w 43883634"/>
                <a:gd name="connsiteY2" fmla="*/ 6180150 h 6691837"/>
                <a:gd name="connsiteX3" fmla="*/ 21911623 w 43883634"/>
                <a:gd name="connsiteY3" fmla="*/ 3791425 h 6691837"/>
                <a:gd name="connsiteX4" fmla="*/ 66513 w 43883634"/>
                <a:gd name="connsiteY4" fmla="*/ 6691837 h 6691837"/>
                <a:gd name="connsiteX5" fmla="*/ 0 w 43883634"/>
                <a:gd name="connsiteY5" fmla="*/ 6936 h 6691837"/>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23933 w 43834140"/>
                <a:gd name="connsiteY0" fmla="*/ 15369 h 6695746"/>
                <a:gd name="connsiteX1" fmla="*/ 43834140 w 43834140"/>
                <a:gd name="connsiteY1" fmla="*/ 0 h 6695746"/>
                <a:gd name="connsiteX2" fmla="*/ 43778245 w 43834140"/>
                <a:gd name="connsiteY2" fmla="*/ 5777889 h 6695746"/>
                <a:gd name="connsiteX3" fmla="*/ 21862129 w 43834140"/>
                <a:gd name="connsiteY3" fmla="*/ 3791425 h 6695746"/>
                <a:gd name="connsiteX4" fmla="*/ 0 w 43834140"/>
                <a:gd name="connsiteY4" fmla="*/ 6695746 h 6695746"/>
                <a:gd name="connsiteX5" fmla="*/ 23933 w 43834140"/>
                <a:gd name="connsiteY5" fmla="*/ 15369 h 6695746"/>
                <a:gd name="connsiteX0" fmla="*/ 1414 w 43848334"/>
                <a:gd name="connsiteY0" fmla="*/ 15369 h 6695746"/>
                <a:gd name="connsiteX1" fmla="*/ 43848334 w 43848334"/>
                <a:gd name="connsiteY1" fmla="*/ 0 h 6695746"/>
                <a:gd name="connsiteX2" fmla="*/ 43792439 w 43848334"/>
                <a:gd name="connsiteY2" fmla="*/ 5777889 h 6695746"/>
                <a:gd name="connsiteX3" fmla="*/ 21876323 w 43848334"/>
                <a:gd name="connsiteY3" fmla="*/ 3791425 h 6695746"/>
                <a:gd name="connsiteX4" fmla="*/ 14194 w 43848334"/>
                <a:gd name="connsiteY4" fmla="*/ 6695746 h 6695746"/>
                <a:gd name="connsiteX5" fmla="*/ 1414 w 43848334"/>
                <a:gd name="connsiteY5" fmla="*/ 15369 h 6695746"/>
                <a:gd name="connsiteX0" fmla="*/ 1414 w 43792439"/>
                <a:gd name="connsiteY0" fmla="*/ 6936 h 6687313"/>
                <a:gd name="connsiteX1" fmla="*/ 43729019 w 43792439"/>
                <a:gd name="connsiteY1" fmla="*/ 0 h 6687313"/>
                <a:gd name="connsiteX2" fmla="*/ 43792439 w 43792439"/>
                <a:gd name="connsiteY2" fmla="*/ 5769456 h 6687313"/>
                <a:gd name="connsiteX3" fmla="*/ 21876323 w 43792439"/>
                <a:gd name="connsiteY3" fmla="*/ 3782992 h 6687313"/>
                <a:gd name="connsiteX4" fmla="*/ 14194 w 43792439"/>
                <a:gd name="connsiteY4" fmla="*/ 6687313 h 6687313"/>
                <a:gd name="connsiteX5" fmla="*/ 1414 w 43792439"/>
                <a:gd name="connsiteY5" fmla="*/ 6936 h 6687313"/>
                <a:gd name="connsiteX0" fmla="*/ 1414 w 43792439"/>
                <a:gd name="connsiteY0" fmla="*/ 0 h 6680377"/>
                <a:gd name="connsiteX1" fmla="*/ 43600524 w 43792439"/>
                <a:gd name="connsiteY1" fmla="*/ 77395 h 6680377"/>
                <a:gd name="connsiteX2" fmla="*/ 43792439 w 43792439"/>
                <a:gd name="connsiteY2" fmla="*/ 5762520 h 6680377"/>
                <a:gd name="connsiteX3" fmla="*/ 21876323 w 43792439"/>
                <a:gd name="connsiteY3" fmla="*/ 3776056 h 6680377"/>
                <a:gd name="connsiteX4" fmla="*/ 14194 w 43792439"/>
                <a:gd name="connsiteY4" fmla="*/ 6680377 h 6680377"/>
                <a:gd name="connsiteX5" fmla="*/ 1414 w 43792439"/>
                <a:gd name="connsiteY5" fmla="*/ 0 h 6680377"/>
                <a:gd name="connsiteX0" fmla="*/ 1414 w 43792439"/>
                <a:gd name="connsiteY0" fmla="*/ 0 h 6680377"/>
                <a:gd name="connsiteX1" fmla="*/ 43683128 w 43792439"/>
                <a:gd name="connsiteY1" fmla="*/ 119561 h 6680377"/>
                <a:gd name="connsiteX2" fmla="*/ 43792439 w 43792439"/>
                <a:gd name="connsiteY2" fmla="*/ 5762520 h 6680377"/>
                <a:gd name="connsiteX3" fmla="*/ 21876323 w 43792439"/>
                <a:gd name="connsiteY3" fmla="*/ 3776056 h 6680377"/>
                <a:gd name="connsiteX4" fmla="*/ 14194 w 43792439"/>
                <a:gd name="connsiteY4" fmla="*/ 6680377 h 6680377"/>
                <a:gd name="connsiteX5" fmla="*/ 1414 w 43792439"/>
                <a:gd name="connsiteY5" fmla="*/ 0 h 6680377"/>
                <a:gd name="connsiteX0" fmla="*/ 1414 w 43793267"/>
                <a:gd name="connsiteY0" fmla="*/ 0 h 6680377"/>
                <a:gd name="connsiteX1" fmla="*/ 43793267 w 43793267"/>
                <a:gd name="connsiteY1" fmla="*/ 1497 h 6680377"/>
                <a:gd name="connsiteX2" fmla="*/ 43792439 w 43793267"/>
                <a:gd name="connsiteY2" fmla="*/ 5762520 h 6680377"/>
                <a:gd name="connsiteX3" fmla="*/ 21876323 w 43793267"/>
                <a:gd name="connsiteY3" fmla="*/ 3776056 h 6680377"/>
                <a:gd name="connsiteX4" fmla="*/ 14194 w 43793267"/>
                <a:gd name="connsiteY4" fmla="*/ 6680377 h 6680377"/>
                <a:gd name="connsiteX5" fmla="*/ 1414 w 43793267"/>
                <a:gd name="connsiteY5" fmla="*/ 0 h 668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93267" h="6680377">
                  <a:moveTo>
                    <a:pt x="1414" y="0"/>
                  </a:moveTo>
                  <a:lnTo>
                    <a:pt x="43793267" y="1497"/>
                  </a:lnTo>
                  <a:cubicBezTo>
                    <a:pt x="43793267" y="2343991"/>
                    <a:pt x="43792439" y="3420026"/>
                    <a:pt x="43792439" y="5762520"/>
                  </a:cubicBezTo>
                  <a:cubicBezTo>
                    <a:pt x="38990659" y="4549272"/>
                    <a:pt x="29172697" y="3623080"/>
                    <a:pt x="21876323" y="3776056"/>
                  </a:cubicBezTo>
                  <a:cubicBezTo>
                    <a:pt x="14579949" y="3929032"/>
                    <a:pt x="6467468" y="4159139"/>
                    <a:pt x="14194" y="6680377"/>
                  </a:cubicBezTo>
                  <a:cubicBezTo>
                    <a:pt x="22172" y="4453585"/>
                    <a:pt x="-6564" y="2226792"/>
                    <a:pt x="1414" y="0"/>
                  </a:cubicBezTo>
                  <a:close/>
                </a:path>
              </a:pathLst>
            </a:custGeom>
            <a:gradFill flip="none" rotWithShape="1">
              <a:gsLst>
                <a:gs pos="0">
                  <a:schemeClr val="accent6"/>
                </a:gs>
                <a:gs pos="10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8" name="Rectangle 15"/>
            <p:cNvSpPr/>
            <p:nvPr userDrawn="1"/>
          </p:nvSpPr>
          <p:spPr>
            <a:xfrm>
              <a:off x="-14192" y="1382"/>
              <a:ext cx="27451941" cy="4570666"/>
            </a:xfrm>
            <a:custGeom>
              <a:avLst/>
              <a:gdLst>
                <a:gd name="connsiteX0" fmla="*/ 0 w 43891200"/>
                <a:gd name="connsiteY0" fmla="*/ 0 h 2171777"/>
                <a:gd name="connsiteX1" fmla="*/ 43891200 w 43891200"/>
                <a:gd name="connsiteY1" fmla="*/ 0 h 2171777"/>
                <a:gd name="connsiteX2" fmla="*/ 43891200 w 43891200"/>
                <a:gd name="connsiteY2" fmla="*/ 2171777 h 2171777"/>
                <a:gd name="connsiteX3" fmla="*/ 0 w 43891200"/>
                <a:gd name="connsiteY3" fmla="*/ 2171777 h 2171777"/>
                <a:gd name="connsiteX4" fmla="*/ 0 w 43891200"/>
                <a:gd name="connsiteY4" fmla="*/ 0 h 2171777"/>
                <a:gd name="connsiteX0" fmla="*/ 0 w 43891200"/>
                <a:gd name="connsiteY0" fmla="*/ 0 h 2171777"/>
                <a:gd name="connsiteX1" fmla="*/ 43891200 w 43891200"/>
                <a:gd name="connsiteY1" fmla="*/ 0 h 2171777"/>
                <a:gd name="connsiteX2" fmla="*/ 43891200 w 43891200"/>
                <a:gd name="connsiteY2" fmla="*/ 2171777 h 2171777"/>
                <a:gd name="connsiteX3" fmla="*/ 21843298 w 43891200"/>
                <a:gd name="connsiteY3" fmla="*/ 2143554 h 2171777"/>
                <a:gd name="connsiteX4" fmla="*/ 0 w 43891200"/>
                <a:gd name="connsiteY4" fmla="*/ 2171777 h 2171777"/>
                <a:gd name="connsiteX5" fmla="*/ 0 w 43891200"/>
                <a:gd name="connsiteY5" fmla="*/ 0 h 2171777"/>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90029"/>
                <a:gd name="connsiteX1" fmla="*/ 43891200 w 43891200"/>
                <a:gd name="connsiteY1" fmla="*/ 0 h 5390029"/>
                <a:gd name="connsiteX2" fmla="*/ 43891200 w 43891200"/>
                <a:gd name="connsiteY2" fmla="*/ 2171777 h 5390029"/>
                <a:gd name="connsiteX3" fmla="*/ 21843298 w 43891200"/>
                <a:gd name="connsiteY3" fmla="*/ 2143554 h 5390029"/>
                <a:gd name="connsiteX4" fmla="*/ 28221 w 43891200"/>
                <a:gd name="connsiteY4" fmla="*/ 5360956 h 5390029"/>
                <a:gd name="connsiteX5" fmla="*/ 0 w 43891200"/>
                <a:gd name="connsiteY5" fmla="*/ 0 h 5390029"/>
                <a:gd name="connsiteX0" fmla="*/ 0 w 43891200"/>
                <a:gd name="connsiteY0" fmla="*/ 0 h 5390029"/>
                <a:gd name="connsiteX1" fmla="*/ 43891200 w 43891200"/>
                <a:gd name="connsiteY1" fmla="*/ 0 h 5390029"/>
                <a:gd name="connsiteX2" fmla="*/ 43891200 w 43891200"/>
                <a:gd name="connsiteY2" fmla="*/ 2171777 h 5390029"/>
                <a:gd name="connsiteX3" fmla="*/ 21843298 w 43891200"/>
                <a:gd name="connsiteY3" fmla="*/ 2143554 h 5390029"/>
                <a:gd name="connsiteX4" fmla="*/ 28221 w 43891200"/>
                <a:gd name="connsiteY4" fmla="*/ 5360956 h 5390029"/>
                <a:gd name="connsiteX5" fmla="*/ 0 w 43891200"/>
                <a:gd name="connsiteY5" fmla="*/ 0 h 5390029"/>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691988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778314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197 w 43891200"/>
                <a:gd name="connsiteY2" fmla="*/ 2143554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197 w 43891200"/>
                <a:gd name="connsiteY2" fmla="*/ 2143554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83162"/>
                <a:gd name="connsiteX1" fmla="*/ 43891200 w 43891200"/>
                <a:gd name="connsiteY1" fmla="*/ 0 h 5383162"/>
                <a:gd name="connsiteX2" fmla="*/ 43891197 w 43891200"/>
                <a:gd name="connsiteY2" fmla="*/ 2143554 h 5383162"/>
                <a:gd name="connsiteX3" fmla="*/ 21843298 w 43891200"/>
                <a:gd name="connsiteY3" fmla="*/ 1381537 h 5383162"/>
                <a:gd name="connsiteX4" fmla="*/ 12981 w 43891200"/>
                <a:gd name="connsiteY4" fmla="*/ 5383162 h 5383162"/>
                <a:gd name="connsiteX5" fmla="*/ 0 w 43891200"/>
                <a:gd name="connsiteY5" fmla="*/ 0 h 5383162"/>
                <a:gd name="connsiteX0" fmla="*/ 0 w 43891200"/>
                <a:gd name="connsiteY0" fmla="*/ 0 h 5353553"/>
                <a:gd name="connsiteX1" fmla="*/ 43891200 w 43891200"/>
                <a:gd name="connsiteY1" fmla="*/ 0 h 5353553"/>
                <a:gd name="connsiteX2" fmla="*/ 43891197 w 43891200"/>
                <a:gd name="connsiteY2" fmla="*/ 2143554 h 5353553"/>
                <a:gd name="connsiteX3" fmla="*/ 21843298 w 43891200"/>
                <a:gd name="connsiteY3" fmla="*/ 1381537 h 5353553"/>
                <a:gd name="connsiteX4" fmla="*/ 12981 w 43891200"/>
                <a:gd name="connsiteY4" fmla="*/ 5353553 h 5353553"/>
                <a:gd name="connsiteX5" fmla="*/ 0 w 43891200"/>
                <a:gd name="connsiteY5" fmla="*/ 0 h 5353553"/>
                <a:gd name="connsiteX0" fmla="*/ 0 w 43891200"/>
                <a:gd name="connsiteY0" fmla="*/ 0 h 5375759"/>
                <a:gd name="connsiteX1" fmla="*/ 43891200 w 43891200"/>
                <a:gd name="connsiteY1" fmla="*/ 0 h 5375759"/>
                <a:gd name="connsiteX2" fmla="*/ 43891197 w 43891200"/>
                <a:gd name="connsiteY2" fmla="*/ 2143554 h 5375759"/>
                <a:gd name="connsiteX3" fmla="*/ 21843298 w 43891200"/>
                <a:gd name="connsiteY3" fmla="*/ 1381537 h 5375759"/>
                <a:gd name="connsiteX4" fmla="*/ 2821 w 43891200"/>
                <a:gd name="connsiteY4" fmla="*/ 5375759 h 5375759"/>
                <a:gd name="connsiteX5" fmla="*/ 0 w 43891200"/>
                <a:gd name="connsiteY5" fmla="*/ 0 h 5375759"/>
                <a:gd name="connsiteX0" fmla="*/ 0 w 43891200"/>
                <a:gd name="connsiteY0" fmla="*/ 0 h 5391472"/>
                <a:gd name="connsiteX1" fmla="*/ 43891200 w 43891200"/>
                <a:gd name="connsiteY1" fmla="*/ 0 h 5391472"/>
                <a:gd name="connsiteX2" fmla="*/ 43891197 w 43891200"/>
                <a:gd name="connsiteY2" fmla="*/ 2143554 h 5391472"/>
                <a:gd name="connsiteX3" fmla="*/ 21843298 w 43891200"/>
                <a:gd name="connsiteY3" fmla="*/ 1381537 h 5391472"/>
                <a:gd name="connsiteX4" fmla="*/ 24143 w 43891200"/>
                <a:gd name="connsiteY4" fmla="*/ 5391472 h 5391472"/>
                <a:gd name="connsiteX5" fmla="*/ 0 w 43891200"/>
                <a:gd name="connsiteY5" fmla="*/ 0 h 5391472"/>
                <a:gd name="connsiteX0" fmla="*/ 0 w 43891200"/>
                <a:gd name="connsiteY0" fmla="*/ 0 h 5388329"/>
                <a:gd name="connsiteX1" fmla="*/ 43891200 w 43891200"/>
                <a:gd name="connsiteY1" fmla="*/ 0 h 5388329"/>
                <a:gd name="connsiteX2" fmla="*/ 43891197 w 43891200"/>
                <a:gd name="connsiteY2" fmla="*/ 2143554 h 5388329"/>
                <a:gd name="connsiteX3" fmla="*/ 21843298 w 43891200"/>
                <a:gd name="connsiteY3" fmla="*/ 1381537 h 5388329"/>
                <a:gd name="connsiteX4" fmla="*/ 11350 w 43891200"/>
                <a:gd name="connsiteY4" fmla="*/ 5388329 h 5388329"/>
                <a:gd name="connsiteX5" fmla="*/ 0 w 43891200"/>
                <a:gd name="connsiteY5" fmla="*/ 0 h 5388329"/>
                <a:gd name="connsiteX0" fmla="*/ 0 w 43918796"/>
                <a:gd name="connsiteY0" fmla="*/ 0 h 5388329"/>
                <a:gd name="connsiteX1" fmla="*/ 43918796 w 43918796"/>
                <a:gd name="connsiteY1" fmla="*/ 0 h 5388329"/>
                <a:gd name="connsiteX2" fmla="*/ 43918793 w 43918796"/>
                <a:gd name="connsiteY2" fmla="*/ 2143554 h 5388329"/>
                <a:gd name="connsiteX3" fmla="*/ 21870894 w 43918796"/>
                <a:gd name="connsiteY3" fmla="*/ 1381537 h 5388329"/>
                <a:gd name="connsiteX4" fmla="*/ 38946 w 43918796"/>
                <a:gd name="connsiteY4" fmla="*/ 5388329 h 5388329"/>
                <a:gd name="connsiteX5" fmla="*/ 0 w 43918796"/>
                <a:gd name="connsiteY5" fmla="*/ 0 h 5388329"/>
                <a:gd name="connsiteX0" fmla="*/ 0 w 43882001"/>
                <a:gd name="connsiteY0" fmla="*/ 6780 h 5388329"/>
                <a:gd name="connsiteX1" fmla="*/ 43882001 w 43882001"/>
                <a:gd name="connsiteY1" fmla="*/ 0 h 5388329"/>
                <a:gd name="connsiteX2" fmla="*/ 43881998 w 43882001"/>
                <a:gd name="connsiteY2" fmla="*/ 2143554 h 5388329"/>
                <a:gd name="connsiteX3" fmla="*/ 21834099 w 43882001"/>
                <a:gd name="connsiteY3" fmla="*/ 1381537 h 5388329"/>
                <a:gd name="connsiteX4" fmla="*/ 2151 w 43882001"/>
                <a:gd name="connsiteY4" fmla="*/ 5388329 h 5388329"/>
                <a:gd name="connsiteX5" fmla="*/ 0 w 43882001"/>
                <a:gd name="connsiteY5" fmla="*/ 6780 h 5388329"/>
                <a:gd name="connsiteX0" fmla="*/ 0 w 43909597"/>
                <a:gd name="connsiteY0" fmla="*/ 6780 h 5388329"/>
                <a:gd name="connsiteX1" fmla="*/ 43909597 w 43909597"/>
                <a:gd name="connsiteY1" fmla="*/ 0 h 5388329"/>
                <a:gd name="connsiteX2" fmla="*/ 43909594 w 43909597"/>
                <a:gd name="connsiteY2" fmla="*/ 2143554 h 5388329"/>
                <a:gd name="connsiteX3" fmla="*/ 21861695 w 43909597"/>
                <a:gd name="connsiteY3" fmla="*/ 1381537 h 5388329"/>
                <a:gd name="connsiteX4" fmla="*/ 29747 w 43909597"/>
                <a:gd name="connsiteY4" fmla="*/ 5388329 h 5388329"/>
                <a:gd name="connsiteX5" fmla="*/ 0 w 43909597"/>
                <a:gd name="connsiteY5" fmla="*/ 6780 h 5388329"/>
                <a:gd name="connsiteX0" fmla="*/ 16283 w 43879886"/>
                <a:gd name="connsiteY0" fmla="*/ 13560 h 5388329"/>
                <a:gd name="connsiteX1" fmla="*/ 43879886 w 43879886"/>
                <a:gd name="connsiteY1" fmla="*/ 0 h 5388329"/>
                <a:gd name="connsiteX2" fmla="*/ 43879883 w 43879886"/>
                <a:gd name="connsiteY2" fmla="*/ 2143554 h 5388329"/>
                <a:gd name="connsiteX3" fmla="*/ 21831984 w 43879886"/>
                <a:gd name="connsiteY3" fmla="*/ 1381537 h 5388329"/>
                <a:gd name="connsiteX4" fmla="*/ 36 w 43879886"/>
                <a:gd name="connsiteY4" fmla="*/ 5388329 h 5388329"/>
                <a:gd name="connsiteX5" fmla="*/ 16283 w 43879886"/>
                <a:gd name="connsiteY5" fmla="*/ 13560 h 5388329"/>
                <a:gd name="connsiteX0" fmla="*/ 7118 w 43879920"/>
                <a:gd name="connsiteY0" fmla="*/ 6780 h 5388329"/>
                <a:gd name="connsiteX1" fmla="*/ 43879920 w 43879920"/>
                <a:gd name="connsiteY1" fmla="*/ 0 h 5388329"/>
                <a:gd name="connsiteX2" fmla="*/ 43879917 w 43879920"/>
                <a:gd name="connsiteY2" fmla="*/ 2143554 h 5388329"/>
                <a:gd name="connsiteX3" fmla="*/ 21832018 w 43879920"/>
                <a:gd name="connsiteY3" fmla="*/ 1381537 h 5388329"/>
                <a:gd name="connsiteX4" fmla="*/ 70 w 43879920"/>
                <a:gd name="connsiteY4" fmla="*/ 5388329 h 5388329"/>
                <a:gd name="connsiteX5" fmla="*/ 7118 w 43879920"/>
                <a:gd name="connsiteY5" fmla="*/ 6780 h 5388329"/>
                <a:gd name="connsiteX0" fmla="*/ 0 w 43900399"/>
                <a:gd name="connsiteY0" fmla="*/ 0 h 5388329"/>
                <a:gd name="connsiteX1" fmla="*/ 43900399 w 43900399"/>
                <a:gd name="connsiteY1" fmla="*/ 0 h 5388329"/>
                <a:gd name="connsiteX2" fmla="*/ 43900396 w 43900399"/>
                <a:gd name="connsiteY2" fmla="*/ 2143554 h 5388329"/>
                <a:gd name="connsiteX3" fmla="*/ 21852497 w 43900399"/>
                <a:gd name="connsiteY3" fmla="*/ 1381537 h 5388329"/>
                <a:gd name="connsiteX4" fmla="*/ 20549 w 43900399"/>
                <a:gd name="connsiteY4" fmla="*/ 5388329 h 5388329"/>
                <a:gd name="connsiteX5" fmla="*/ 0 w 43900399"/>
                <a:gd name="connsiteY5" fmla="*/ 0 h 5388329"/>
                <a:gd name="connsiteX0" fmla="*/ 0 w 43900396"/>
                <a:gd name="connsiteY0" fmla="*/ 0 h 5388329"/>
                <a:gd name="connsiteX1" fmla="*/ 43854405 w 43900396"/>
                <a:gd name="connsiteY1" fmla="*/ 27119 h 5388329"/>
                <a:gd name="connsiteX2" fmla="*/ 43900396 w 43900396"/>
                <a:gd name="connsiteY2" fmla="*/ 2143554 h 5388329"/>
                <a:gd name="connsiteX3" fmla="*/ 21852497 w 43900396"/>
                <a:gd name="connsiteY3" fmla="*/ 1381537 h 5388329"/>
                <a:gd name="connsiteX4" fmla="*/ 20549 w 43900396"/>
                <a:gd name="connsiteY4" fmla="*/ 5388329 h 5388329"/>
                <a:gd name="connsiteX5" fmla="*/ 0 w 43900396"/>
                <a:gd name="connsiteY5" fmla="*/ 0 h 5388329"/>
                <a:gd name="connsiteX0" fmla="*/ 0 w 43900398"/>
                <a:gd name="connsiteY0" fmla="*/ 0 h 5388329"/>
                <a:gd name="connsiteX1" fmla="*/ 43900398 w 43900398"/>
                <a:gd name="connsiteY1" fmla="*/ 6780 h 5388329"/>
                <a:gd name="connsiteX2" fmla="*/ 43900396 w 43900398"/>
                <a:gd name="connsiteY2" fmla="*/ 2143554 h 5388329"/>
                <a:gd name="connsiteX3" fmla="*/ 21852497 w 43900398"/>
                <a:gd name="connsiteY3" fmla="*/ 1381537 h 5388329"/>
                <a:gd name="connsiteX4" fmla="*/ 20549 w 43900398"/>
                <a:gd name="connsiteY4" fmla="*/ 5388329 h 5388329"/>
                <a:gd name="connsiteX5" fmla="*/ 0 w 43900398"/>
                <a:gd name="connsiteY5" fmla="*/ 0 h 5388329"/>
                <a:gd name="connsiteX0" fmla="*/ 0 w 43909598"/>
                <a:gd name="connsiteY0" fmla="*/ 0 h 5388329"/>
                <a:gd name="connsiteX1" fmla="*/ 43909598 w 43909598"/>
                <a:gd name="connsiteY1" fmla="*/ 6780 h 5388329"/>
                <a:gd name="connsiteX2" fmla="*/ 43900396 w 43909598"/>
                <a:gd name="connsiteY2" fmla="*/ 2143554 h 5388329"/>
                <a:gd name="connsiteX3" fmla="*/ 21852497 w 43909598"/>
                <a:gd name="connsiteY3" fmla="*/ 1381537 h 5388329"/>
                <a:gd name="connsiteX4" fmla="*/ 20549 w 43909598"/>
                <a:gd name="connsiteY4" fmla="*/ 5388329 h 5388329"/>
                <a:gd name="connsiteX5" fmla="*/ 0 w 43909598"/>
                <a:gd name="connsiteY5" fmla="*/ 0 h 538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909598" h="5388329">
                  <a:moveTo>
                    <a:pt x="0" y="0"/>
                  </a:moveTo>
                  <a:lnTo>
                    <a:pt x="43909598" y="6780"/>
                  </a:lnTo>
                  <a:cubicBezTo>
                    <a:pt x="43909597" y="719038"/>
                    <a:pt x="43900397" y="1431296"/>
                    <a:pt x="43900396" y="2143554"/>
                  </a:cubicBezTo>
                  <a:cubicBezTo>
                    <a:pt x="37284373" y="1358490"/>
                    <a:pt x="29162993" y="845303"/>
                    <a:pt x="21852497" y="1381537"/>
                  </a:cubicBezTo>
                  <a:cubicBezTo>
                    <a:pt x="14542001" y="1917771"/>
                    <a:pt x="6144574" y="2782191"/>
                    <a:pt x="20549" y="5388329"/>
                  </a:cubicBezTo>
                  <a:cubicBezTo>
                    <a:pt x="19609" y="3596409"/>
                    <a:pt x="940" y="1791920"/>
                    <a:pt x="0" y="0"/>
                  </a:cubicBezTo>
                  <a:close/>
                </a:path>
              </a:pathLst>
            </a:custGeom>
            <a:gradFill flip="none" rotWithShape="1">
              <a:gsLst>
                <a:gs pos="0">
                  <a:schemeClr val="tx2"/>
                </a:gs>
                <a:gs pos="10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n>
                  <a:noFill/>
                </a:ln>
                <a:solidFill>
                  <a:schemeClr val="accent1"/>
                </a:solidFill>
              </a:endParaRPr>
            </a:p>
          </p:txBody>
        </p:sp>
      </p:grpSp>
      <p:sp>
        <p:nvSpPr>
          <p:cNvPr id="79" name="Text Box 14"/>
          <p:cNvSpPr txBox="1">
            <a:spLocks noChangeArrowheads="1"/>
          </p:cNvSpPr>
          <p:nvPr userDrawn="1"/>
        </p:nvSpPr>
        <p:spPr bwMode="auto">
          <a:xfrm>
            <a:off x="888800" y="29628345"/>
            <a:ext cx="3786383" cy="329308"/>
          </a:xfrm>
          <a:prstGeom prst="rect">
            <a:avLst/>
          </a:prstGeom>
          <a:noFill/>
          <a:ln w="9525">
            <a:noFill/>
            <a:miter lim="800000"/>
            <a:headEnd/>
            <a:tailEnd/>
          </a:ln>
          <a:effectLst/>
        </p:spPr>
        <p:txBody>
          <a:bodyPr wrap="square" lIns="78297" tIns="39141" rIns="78297" bIns="39141">
            <a:spAutoFit/>
          </a:bodyPr>
          <a:lstStyle/>
          <a:p>
            <a:pPr eaLnBrk="0" hangingPunct="0">
              <a:lnSpc>
                <a:spcPct val="65000"/>
              </a:lnSpc>
              <a:spcBef>
                <a:spcPct val="50000"/>
              </a:spcBef>
              <a:defRPr/>
            </a:pPr>
            <a:r>
              <a:rPr lang="en-US" sz="6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050" b="1" dirty="0">
                <a:solidFill>
                  <a:schemeClr val="bg1">
                    <a:lumMod val="75000"/>
                  </a:schemeClr>
                </a:solidFill>
                <a:latin typeface="Arial" charset="0"/>
              </a:rPr>
              <a:t>www.PosterPresentations.com</a:t>
            </a:r>
          </a:p>
        </p:txBody>
      </p:sp>
      <p:graphicFrame>
        <p:nvGraphicFramePr>
          <p:cNvPr id="43" name="Table 42">
            <a:extLst>
              <a:ext uri="{FF2B5EF4-FFF2-40B4-BE49-F238E27FC236}">
                <a16:creationId xmlns:a16="http://schemas.microsoft.com/office/drawing/2014/main" xmlns="" id="{78830647-0605-644E-87DE-1C8FF05F1BB0}"/>
              </a:ext>
            </a:extLst>
          </p:cNvPr>
          <p:cNvGraphicFramePr>
            <a:graphicFrameLocks noGrp="1"/>
          </p:cNvGraphicFramePr>
          <p:nvPr userDrawn="1">
            <p:extLst>
              <p:ext uri="{D42A27DB-BD31-4B8C-83A1-F6EECF244321}">
                <p14:modId xmlns:p14="http://schemas.microsoft.com/office/powerpoint/2010/main" xmlns="" val="749288607"/>
              </p:ext>
            </p:extLst>
          </p:nvPr>
        </p:nvGraphicFramePr>
        <p:xfrm>
          <a:off x="-8726467" y="34253"/>
          <a:ext cx="8117859" cy="30210616"/>
        </p:xfrm>
        <a:graphic>
          <a:graphicData uri="http://schemas.openxmlformats.org/drawingml/2006/table">
            <a:tbl>
              <a:tblPr firstRow="1" bandRow="1">
                <a:tableStyleId>{5C22544A-7EE6-4342-B048-85BDC9FD1C3A}</a:tableStyleId>
              </a:tblPr>
              <a:tblGrid>
                <a:gridCol w="3480873">
                  <a:extLst>
                    <a:ext uri="{9D8B030D-6E8A-4147-A177-3AD203B41FA5}">
                      <a16:colId xmlns:a16="http://schemas.microsoft.com/office/drawing/2014/main" xmlns="" val="20000"/>
                    </a:ext>
                  </a:extLst>
                </a:gridCol>
                <a:gridCol w="4636986">
                  <a:extLst>
                    <a:ext uri="{9D8B030D-6E8A-4147-A177-3AD203B41FA5}">
                      <a16:colId xmlns:a16="http://schemas.microsoft.com/office/drawing/2014/main" xmlns="" val="20001"/>
                    </a:ext>
                  </a:extLst>
                </a:gridCol>
              </a:tblGrid>
              <a:tr h="1170739">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200" b="0" spc="600" dirty="0">
                          <a:solidFill>
                            <a:srgbClr val="1F3A4E"/>
                          </a:solidFill>
                          <a:latin typeface="Arial Black" panose="020B0A04020102020204" pitchFamily="34" charset="0"/>
                        </a:rPr>
                        <a:t>QUICK START GUIDE</a:t>
                      </a:r>
                      <a:br>
                        <a:rPr lang="en-US" sz="3200" b="0" spc="600" dirty="0">
                          <a:solidFill>
                            <a:srgbClr val="1F3A4E"/>
                          </a:solidFill>
                          <a:latin typeface="Arial Black" panose="020B0A04020102020204" pitchFamily="34" charset="0"/>
                        </a:rPr>
                      </a:br>
                      <a:r>
                        <a:rPr lang="en-US" sz="2400" b="1" spc="0" dirty="0">
                          <a:solidFill>
                            <a:srgbClr val="FF0000"/>
                          </a:solidFill>
                          <a:latin typeface="Trebuchet MS" pitchFamily="34" charset="0"/>
                        </a:rPr>
                        <a:t>(THIS SIDEBAR WILL NOT PRINT)</a:t>
                      </a:r>
                      <a:endParaRPr lang="en-US" sz="32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xmlns="" val="10000"/>
                  </a:ext>
                </a:extLst>
              </a:tr>
              <a:tr h="3598933">
                <a:tc gridSpan="2">
                  <a:txBody>
                    <a:bodyPr/>
                    <a:lstStyle/>
                    <a:p>
                      <a:pPr defTabSz="3765639"/>
                      <a:r>
                        <a:rPr lang="en-US" sz="1800" i="0" dirty="0">
                          <a:solidFill>
                            <a:srgbClr val="D9D9D9"/>
                          </a:solidFill>
                          <a:latin typeface="Arial"/>
                          <a:cs typeface="Arial"/>
                        </a:rPr>
                        <a:t>This PowerPoint template produces a </a:t>
                      </a:r>
                      <a:r>
                        <a:rPr lang="en-US" sz="1800" i="0" dirty="0">
                          <a:solidFill>
                            <a:srgbClr val="FFC000"/>
                          </a:solidFill>
                          <a:latin typeface="Arial"/>
                          <a:cs typeface="Arial"/>
                        </a:rPr>
                        <a:t>A1 </a:t>
                      </a:r>
                      <a:r>
                        <a:rPr lang="en-US" sz="18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1800" i="0" dirty="0">
                        <a:solidFill>
                          <a:srgbClr val="D9D9D9"/>
                        </a:solidFill>
                        <a:latin typeface="Arial"/>
                        <a:cs typeface="Arial"/>
                      </a:endParaRPr>
                    </a:p>
                    <a:p>
                      <a:pPr defTabSz="3765639"/>
                      <a:r>
                        <a:rPr lang="en-US" sz="18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1800" i="0" dirty="0" err="1">
                          <a:solidFill>
                            <a:srgbClr val="FFC000"/>
                          </a:solidFill>
                          <a:latin typeface="Arial"/>
                          <a:cs typeface="Arial"/>
                        </a:rPr>
                        <a:t>PosterPresentations.com</a:t>
                      </a:r>
                      <a:r>
                        <a:rPr lang="en-US" sz="1800" i="0" dirty="0">
                          <a:solidFill>
                            <a:srgbClr val="D9D9D9"/>
                          </a:solidFill>
                          <a:latin typeface="Arial"/>
                          <a:cs typeface="Arial"/>
                        </a:rPr>
                        <a:t> and click on the  </a:t>
                      </a:r>
                      <a:r>
                        <a:rPr lang="en-US" sz="1800" i="0" dirty="0">
                          <a:solidFill>
                            <a:srgbClr val="FFC000"/>
                          </a:solidFill>
                          <a:latin typeface="Arial"/>
                          <a:cs typeface="Arial"/>
                        </a:rPr>
                        <a:t>HELP DESK</a:t>
                      </a:r>
                      <a:r>
                        <a:rPr lang="en-US" sz="1800" i="0" baseline="0" dirty="0">
                          <a:solidFill>
                            <a:srgbClr val="D9D9D9"/>
                          </a:solidFill>
                          <a:latin typeface="Arial"/>
                          <a:cs typeface="Arial"/>
                        </a:rPr>
                        <a:t> </a:t>
                      </a:r>
                      <a:r>
                        <a:rPr lang="en-US" sz="1800" i="0" dirty="0">
                          <a:solidFill>
                            <a:srgbClr val="D9D9D9"/>
                          </a:solidFill>
                          <a:latin typeface="Arial"/>
                          <a:cs typeface="Arial"/>
                        </a:rPr>
                        <a:t>tab.</a:t>
                      </a:r>
                    </a:p>
                    <a:p>
                      <a:pPr defTabSz="3765639"/>
                      <a:endParaRPr lang="en-US" sz="1800" i="0" dirty="0">
                        <a:solidFill>
                          <a:srgbClr val="D9D9D9"/>
                        </a:solidFill>
                        <a:latin typeface="Arial"/>
                        <a:cs typeface="Arial"/>
                      </a:endParaRPr>
                    </a:p>
                    <a:p>
                      <a:pPr defTabSz="3765639"/>
                      <a:r>
                        <a:rPr lang="en-US" sz="1800" i="0" dirty="0">
                          <a:solidFill>
                            <a:srgbClr val="D9D9D9"/>
                          </a:solidFill>
                          <a:latin typeface="Arial"/>
                          <a:cs typeface="Arial"/>
                        </a:rPr>
                        <a:t>To print your poster using our same-day professional printing service, go online to </a:t>
                      </a:r>
                      <a:r>
                        <a:rPr lang="en-US" sz="1800" i="0" dirty="0" err="1">
                          <a:solidFill>
                            <a:srgbClr val="FFC000"/>
                          </a:solidFill>
                          <a:latin typeface="Arial"/>
                          <a:cs typeface="Arial"/>
                        </a:rPr>
                        <a:t>PosterPresentations.com</a:t>
                      </a:r>
                      <a:r>
                        <a:rPr lang="en-US" sz="1800" i="0" dirty="0">
                          <a:solidFill>
                            <a:srgbClr val="D9D9D9"/>
                          </a:solidFill>
                          <a:latin typeface="Arial"/>
                          <a:cs typeface="Arial"/>
                        </a:rPr>
                        <a:t> and click on "</a:t>
                      </a:r>
                      <a:r>
                        <a:rPr lang="en-US" sz="1800" i="0" dirty="0">
                          <a:solidFill>
                            <a:srgbClr val="FFC000"/>
                          </a:solidFill>
                          <a:latin typeface="Arial"/>
                          <a:cs typeface="Arial"/>
                        </a:rPr>
                        <a:t>Order your poster</a:t>
                      </a:r>
                      <a:r>
                        <a:rPr lang="en-US" sz="1800" i="0" dirty="0">
                          <a:solidFill>
                            <a:srgbClr val="D9D9D9"/>
                          </a:solidFill>
                          <a:latin typeface="Arial"/>
                          <a:cs typeface="Arial"/>
                        </a:rPr>
                        <a:t>".</a:t>
                      </a:r>
                      <a:endParaRPr lang="en-US" sz="18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xmlns="" val="677555919"/>
                  </a:ext>
                </a:extLst>
              </a:tr>
              <a:tr h="4292704">
                <a:tc>
                  <a:txBody>
                    <a:bodyPr/>
                    <a:lstStyle/>
                    <a:p>
                      <a:pPr algn="ctr"/>
                      <a:endParaRPr lang="en-US" sz="1800" dirty="0">
                        <a:solidFill>
                          <a:srgbClr val="1F3A4E"/>
                        </a:solidFill>
                      </a:endParaRPr>
                    </a:p>
                    <a:p>
                      <a:pPr algn="ctr"/>
                      <a:endParaRPr lang="en-US" sz="1800" dirty="0">
                        <a:solidFill>
                          <a:srgbClr val="1F3A4E"/>
                        </a:solidFill>
                      </a:endParaRPr>
                    </a:p>
                    <a:p>
                      <a:pPr algn="ctr"/>
                      <a:r>
                        <a:rPr lang="en-US" sz="1800" dirty="0">
                          <a:solidFill>
                            <a:schemeClr val="bg1"/>
                          </a:solidFill>
                          <a:latin typeface="Arial" panose="020B0604020202020204" pitchFamily="34" charset="0"/>
                          <a:cs typeface="Arial" panose="020B0604020202020204" pitchFamily="34" charset="0"/>
                        </a:rPr>
                        <a:t>This is a poster template for a </a:t>
                      </a:r>
                      <a:br>
                        <a:rPr lang="en-US" sz="1800" dirty="0">
                          <a:solidFill>
                            <a:schemeClr val="bg1"/>
                          </a:solidFill>
                          <a:latin typeface="Arial" panose="020B0604020202020204" pitchFamily="34" charset="0"/>
                          <a:cs typeface="Arial" panose="020B0604020202020204" pitchFamily="34" charset="0"/>
                        </a:rPr>
                      </a:br>
                      <a:r>
                        <a:rPr lang="en-US" sz="3200" b="1" dirty="0">
                          <a:solidFill>
                            <a:srgbClr val="FFC000"/>
                          </a:solidFill>
                          <a:latin typeface="Arial" panose="020B0604020202020204" pitchFamily="34" charset="0"/>
                          <a:cs typeface="Arial" panose="020B0604020202020204" pitchFamily="34" charset="0"/>
                        </a:rPr>
                        <a:t>A1</a:t>
                      </a:r>
                    </a:p>
                    <a:p>
                      <a:pPr marL="0" marR="0" indent="0" algn="ctr" defTabSz="3802180" rtl="0" eaLnBrk="1" fontAlgn="auto" latinLnBrk="0" hangingPunct="1">
                        <a:lnSpc>
                          <a:spcPct val="100000"/>
                        </a:lnSpc>
                        <a:spcBef>
                          <a:spcPts val="0"/>
                        </a:spcBef>
                        <a:spcAft>
                          <a:spcPts val="0"/>
                        </a:spcAft>
                        <a:buClrTx/>
                        <a:buSzTx/>
                        <a:buFontTx/>
                        <a:buNone/>
                        <a:tabLst/>
                        <a:defRPr/>
                      </a:pPr>
                      <a:r>
                        <a:rPr lang="en-US" sz="1800" dirty="0">
                          <a:solidFill>
                            <a:srgbClr val="FFC000"/>
                          </a:solidFill>
                          <a:latin typeface="Arial" panose="020B0604020202020204" pitchFamily="34" charset="0"/>
                          <a:cs typeface="Arial" panose="020B0604020202020204" pitchFamily="34" charset="0"/>
                        </a:rPr>
                        <a:t>594mm x 841mm</a:t>
                      </a:r>
                    </a:p>
                    <a:p>
                      <a:pPr marL="0" marR="0" indent="0" algn="ctr" defTabSz="3802180" rtl="0" eaLnBrk="1" fontAlgn="auto" latinLnBrk="0" hangingPunct="1">
                        <a:lnSpc>
                          <a:spcPct val="100000"/>
                        </a:lnSpc>
                        <a:spcBef>
                          <a:spcPts val="0"/>
                        </a:spcBef>
                        <a:spcAft>
                          <a:spcPts val="0"/>
                        </a:spcAft>
                        <a:buClrTx/>
                        <a:buSzTx/>
                        <a:buFontTx/>
                        <a:buNone/>
                        <a:tabLst/>
                        <a:defRPr/>
                      </a:pPr>
                      <a:r>
                        <a:rPr lang="en-US" sz="1800" dirty="0">
                          <a:solidFill>
                            <a:srgbClr val="FFC000"/>
                          </a:solidFill>
                          <a:latin typeface="Arial" panose="020B0604020202020204" pitchFamily="34" charset="0"/>
                          <a:cs typeface="Arial" panose="020B0604020202020204" pitchFamily="34" charset="0"/>
                        </a:rPr>
                        <a:t>23.39 inches x 33.11 inches</a:t>
                      </a:r>
                      <a:r>
                        <a:rPr lang="en-US" sz="1800" dirty="0">
                          <a:solidFill>
                            <a:schemeClr val="bg1"/>
                          </a:solidFill>
                          <a:latin typeface="Arial" panose="020B0604020202020204" pitchFamily="34" charset="0"/>
                          <a:cs typeface="Arial" panose="020B0604020202020204" pitchFamily="34" charset="0"/>
                        </a:rPr>
                        <a:t/>
                      </a:r>
                      <a:br>
                        <a:rPr lang="en-US" sz="1800" dirty="0">
                          <a:solidFill>
                            <a:schemeClr val="bg1"/>
                          </a:solidFill>
                          <a:latin typeface="Arial" panose="020B0604020202020204" pitchFamily="34" charset="0"/>
                          <a:cs typeface="Arial" panose="020B0604020202020204" pitchFamily="34" charset="0"/>
                        </a:rPr>
                      </a:br>
                      <a:r>
                        <a:rPr lang="en-US" sz="1800" dirty="0">
                          <a:solidFill>
                            <a:schemeClr val="bg1"/>
                          </a:solidFill>
                          <a:latin typeface="Arial" panose="020B0604020202020204" pitchFamily="34" charset="0"/>
                          <a:cs typeface="Arial" panose="020B0604020202020204" pitchFamily="34" charset="0"/>
                        </a:rPr>
                        <a:t>research presentation poster</a:t>
                      </a:r>
                    </a:p>
                    <a:p>
                      <a:endParaRPr lang="en-US" sz="18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000" b="1" baseline="0" dirty="0">
                          <a:solidFill>
                            <a:srgbClr val="FFC000"/>
                          </a:solidFill>
                          <a:latin typeface="Arial" panose="020B0604020202020204" pitchFamily="34" charset="0"/>
                          <a:cs typeface="Arial" panose="020B0604020202020204" pitchFamily="34" charset="0"/>
                        </a:rPr>
                        <a:t>Important: Check the template size</a:t>
                      </a:r>
                      <a:r>
                        <a:rPr lang="en-US" sz="1800" b="0" baseline="0" dirty="0">
                          <a:solidFill>
                            <a:srgbClr val="FFC000"/>
                          </a:solidFill>
                          <a:latin typeface="Arial" panose="020B0604020202020204" pitchFamily="34" charset="0"/>
                          <a:cs typeface="Arial" panose="020B0604020202020204" pitchFamily="34" charset="0"/>
                        </a:rPr>
                        <a:t/>
                      </a:r>
                      <a:br>
                        <a:rPr lang="en-US" sz="1800" b="0" baseline="0" dirty="0">
                          <a:solidFill>
                            <a:srgbClr val="FFC000"/>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800" b="0" baseline="0" dirty="0">
                          <a:solidFill>
                            <a:srgbClr val="D9D9D9"/>
                          </a:solidFill>
                          <a:latin typeface="Arial" panose="020B0604020202020204" pitchFamily="34" charset="0"/>
                          <a:cs typeface="Arial" panose="020B0604020202020204" pitchFamily="34" charset="0"/>
                        </a:rPr>
                      </a:br>
                      <a:endParaRPr lang="en-US" sz="1800" b="0" baseline="0" dirty="0">
                        <a:solidFill>
                          <a:srgbClr val="FFC000"/>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xmlns="" val="10008"/>
                  </a:ext>
                </a:extLst>
              </a:tr>
              <a:tr h="3340698">
                <a:tc>
                  <a:txBody>
                    <a:bodyPr/>
                    <a:lstStyle/>
                    <a:p>
                      <a:endParaRPr lang="en-US" sz="1800" dirty="0">
                        <a:solidFill>
                          <a:srgbClr val="1F3A4E"/>
                        </a:solidFill>
                      </a:endParaRPr>
                    </a:p>
                  </a:txBody>
                  <a:tcPr>
                    <a:blipFill rotWithShape="1">
                      <a:blip r:embed="rId3"/>
                      <a:stretch>
                        <a:fillRect/>
                      </a:stretch>
                    </a:blipFill>
                  </a:tcPr>
                </a:tc>
                <a:tc>
                  <a:txBody>
                    <a:bodyPr/>
                    <a:lstStyle/>
                    <a:p>
                      <a:pPr algn="l"/>
                      <a:r>
                        <a:rPr lang="en-US" sz="2000" b="1" baseline="0" dirty="0">
                          <a:solidFill>
                            <a:srgbClr val="FFC000"/>
                          </a:solidFill>
                          <a:latin typeface="Arial" panose="020B0604020202020204" pitchFamily="34" charset="0"/>
                          <a:cs typeface="Arial" panose="020B0604020202020204" pitchFamily="34" charset="0"/>
                        </a:rPr>
                        <a:t>How to </a:t>
                      </a:r>
                      <a:r>
                        <a:rPr lang="en-US" sz="3600" b="1" baseline="0" dirty="0">
                          <a:solidFill>
                            <a:srgbClr val="FFC000"/>
                          </a:solidFill>
                          <a:latin typeface="Arial" panose="020B0604020202020204" pitchFamily="34" charset="0"/>
                          <a:cs typeface="Arial" panose="020B0604020202020204" pitchFamily="34" charset="0"/>
                        </a:rPr>
                        <a:t>Zoom in </a:t>
                      </a:r>
                      <a:r>
                        <a:rPr lang="en-US" sz="2000" b="1" baseline="0" dirty="0">
                          <a:solidFill>
                            <a:srgbClr val="FFC000"/>
                          </a:solidFill>
                          <a:latin typeface="Arial" panose="020B0604020202020204" pitchFamily="34" charset="0"/>
                          <a:cs typeface="Arial" panose="020B0604020202020204" pitchFamily="34" charset="0"/>
                        </a:rPr>
                        <a:t>and </a:t>
                      </a:r>
                      <a:r>
                        <a:rPr lang="en-US" sz="1600" b="1" baseline="0" dirty="0">
                          <a:solidFill>
                            <a:srgbClr val="FFC000"/>
                          </a:solidFill>
                          <a:latin typeface="Arial" panose="020B0604020202020204" pitchFamily="34" charset="0"/>
                          <a:cs typeface="Arial" panose="020B0604020202020204" pitchFamily="34" charset="0"/>
                        </a:rPr>
                        <a:t>out</a:t>
                      </a:r>
                      <a:endParaRPr lang="en-US" sz="2000" b="1" baseline="0" dirty="0">
                        <a:solidFill>
                          <a:srgbClr val="FFC000"/>
                        </a:solidFill>
                        <a:latin typeface="Arial" panose="020B0604020202020204" pitchFamily="34" charset="0"/>
                        <a:cs typeface="Arial" panose="020B0604020202020204" pitchFamily="34" charset="0"/>
                      </a:endParaRPr>
                    </a:p>
                    <a:p>
                      <a:pPr algn="l"/>
                      <a:r>
                        <a:rPr lang="en-US" sz="18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800" b="0" baseline="0" dirty="0">
                          <a:solidFill>
                            <a:srgbClr val="D9D9D9"/>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1. </a:t>
                      </a:r>
                      <a:r>
                        <a:rPr lang="en-US" sz="18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800" b="0" baseline="0" dirty="0">
                          <a:solidFill>
                            <a:srgbClr val="D9D9D9"/>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2. </a:t>
                      </a:r>
                      <a:r>
                        <a:rPr lang="en-US" sz="18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xmlns="" val="10001"/>
                  </a:ext>
                </a:extLst>
              </a:tr>
              <a:tr h="1994589">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000" b="1" baseline="0" dirty="0">
                          <a:solidFill>
                            <a:srgbClr val="FFC000"/>
                          </a:solidFill>
                          <a:latin typeface="Arial" panose="020B0604020202020204" pitchFamily="34" charset="0"/>
                          <a:cs typeface="Arial" panose="020B0604020202020204" pitchFamily="34" charset="0"/>
                        </a:rPr>
                        <a:t>Ruler and Guides</a:t>
                      </a:r>
                      <a:r>
                        <a:rPr lang="en-US" sz="1800" b="0" baseline="0" dirty="0">
                          <a:solidFill>
                            <a:srgbClr val="FFC000"/>
                          </a:solidFill>
                          <a:latin typeface="Arial" panose="020B0604020202020204" pitchFamily="34" charset="0"/>
                          <a:cs typeface="Arial" panose="020B0604020202020204" pitchFamily="34" charset="0"/>
                        </a:rPr>
                        <a:t/>
                      </a:r>
                      <a:br>
                        <a:rPr lang="en-US" sz="1800" b="0" baseline="0" dirty="0">
                          <a:solidFill>
                            <a:srgbClr val="FFC000"/>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xmlns="" val="10002"/>
                  </a:ext>
                </a:extLst>
              </a:tr>
              <a:tr h="3945819">
                <a:tc>
                  <a:txBody>
                    <a:bodyPr/>
                    <a:lstStyle/>
                    <a:p>
                      <a:endParaRPr lang="en-US" sz="1800" dirty="0">
                        <a:solidFill>
                          <a:srgbClr val="1F3A4E"/>
                        </a:solidFill>
                      </a:endParaRPr>
                    </a:p>
                  </a:txBody>
                  <a:tcPr>
                    <a:blipFill rotWithShape="1">
                      <a:blip r:embed="rId4"/>
                      <a:stretch>
                        <a:fillRect/>
                      </a:stretch>
                    </a:blipFill>
                  </a:tcPr>
                </a:tc>
                <a:tc>
                  <a:txBody>
                    <a:bodyPr/>
                    <a:lstStyle/>
                    <a:p>
                      <a:pPr marL="0" lvl="1" indent="0" algn="l" defTabSz="114300"/>
                      <a:r>
                        <a:rPr lang="en-US" sz="2000" b="1" baseline="0" dirty="0">
                          <a:solidFill>
                            <a:srgbClr val="FFC000"/>
                          </a:solidFill>
                          <a:latin typeface="Arial" panose="020B0604020202020204" pitchFamily="34" charset="0"/>
                          <a:cs typeface="Arial" panose="020B0604020202020204" pitchFamily="34" charset="0"/>
                        </a:rPr>
                        <a:t>Headers and text containers</a:t>
                      </a:r>
                      <a:r>
                        <a:rPr lang="en-US" sz="1800" b="0" baseline="0" dirty="0">
                          <a:solidFill>
                            <a:schemeClr val="bg1"/>
                          </a:solidFill>
                          <a:latin typeface="Arial" panose="020B0604020202020204" pitchFamily="34" charset="0"/>
                          <a:cs typeface="Arial" panose="020B0604020202020204" pitchFamily="34" charset="0"/>
                        </a:rPr>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r>
                        <a:rPr lang="en-US" sz="1800" b="0" baseline="0" dirty="0">
                          <a:solidFill>
                            <a:schemeClr val="bg1"/>
                          </a:solidFill>
                          <a:latin typeface="Arial" panose="020B0604020202020204" pitchFamily="34" charset="0"/>
                          <a:cs typeface="Arial" panose="020B0604020202020204" pitchFamily="34" charset="0"/>
                        </a:rPr>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Click inside a section header to add its text. </a:t>
                      </a:r>
                      <a:r>
                        <a:rPr lang="en-US" sz="1800" b="0" baseline="0" dirty="0">
                          <a:solidFill>
                            <a:schemeClr val="bg1"/>
                          </a:solidFill>
                          <a:latin typeface="Arial" panose="020B0604020202020204" pitchFamily="34" charset="0"/>
                          <a:cs typeface="Arial" panose="020B0604020202020204" pitchFamily="34" charset="0"/>
                        </a:rPr>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r>
                        <a:rPr lang="en-US" sz="1800" b="0" baseline="0" dirty="0">
                          <a:solidFill>
                            <a:schemeClr val="bg1"/>
                          </a:solidFill>
                          <a:latin typeface="Arial" panose="020B0604020202020204" pitchFamily="34" charset="0"/>
                          <a:cs typeface="Arial" panose="020B0604020202020204" pitchFamily="34" charset="0"/>
                        </a:rPr>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xmlns="" val="10003"/>
                  </a:ext>
                </a:extLst>
              </a:tr>
              <a:tr h="3208687">
                <a:tc gridSpan="2">
                  <a:txBody>
                    <a:bodyPr/>
                    <a:lstStyle/>
                    <a:p>
                      <a:r>
                        <a:rPr lang="en-US" sz="2000" b="1" dirty="0">
                          <a:solidFill>
                            <a:srgbClr val="FFC000"/>
                          </a:solidFill>
                          <a:latin typeface="Arial" panose="020B0604020202020204" pitchFamily="34" charset="0"/>
                          <a:cs typeface="Arial" panose="020B0604020202020204" pitchFamily="34" charset="0"/>
                        </a:rPr>
                        <a:t>Adding content to the poster</a:t>
                      </a:r>
                    </a:p>
                    <a:p>
                      <a:r>
                        <a:rPr lang="en-US" sz="18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8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8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xmlns="" val="10004"/>
                  </a:ext>
                </a:extLst>
              </a:tr>
              <a:tr h="212467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xmlns="" val="10005"/>
                  </a:ext>
                </a:extLst>
              </a:tr>
              <a:tr h="1868684">
                <a:tc gridSpan="2">
                  <a:txBody>
                    <a:bodyPr/>
                    <a:lstStyle/>
                    <a:p>
                      <a:endParaRPr lang="en-US" sz="18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xmlns="" val="10006"/>
                  </a:ext>
                </a:extLst>
              </a:tr>
              <a:tr h="206781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xmlns="" val="10007"/>
                  </a:ext>
                </a:extLst>
              </a:tr>
              <a:tr h="2597279">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8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xmlns="" val="10010"/>
                  </a:ext>
                </a:extLst>
              </a:tr>
            </a:tbl>
          </a:graphicData>
        </a:graphic>
      </p:graphicFrame>
      <p:graphicFrame>
        <p:nvGraphicFramePr>
          <p:cNvPr id="15" name="Table 14">
            <a:extLst>
              <a:ext uri="{FF2B5EF4-FFF2-40B4-BE49-F238E27FC236}">
                <a16:creationId xmlns:a16="http://schemas.microsoft.com/office/drawing/2014/main" xmlns="" id="{DDFEDA53-8B84-40D8-A34B-98DA4F7BA669}"/>
              </a:ext>
            </a:extLst>
          </p:cNvPr>
          <p:cNvGraphicFramePr>
            <a:graphicFrameLocks noGrp="1"/>
          </p:cNvGraphicFramePr>
          <p:nvPr userDrawn="1">
            <p:extLst>
              <p:ext uri="{D42A27DB-BD31-4B8C-83A1-F6EECF244321}">
                <p14:modId xmlns:p14="http://schemas.microsoft.com/office/powerpoint/2010/main" xmlns="" val="3584649807"/>
              </p:ext>
            </p:extLst>
          </p:nvPr>
        </p:nvGraphicFramePr>
        <p:xfrm>
          <a:off x="21937684" y="-142032"/>
          <a:ext cx="8060660" cy="30794622"/>
        </p:xfrm>
        <a:graphic>
          <a:graphicData uri="http://schemas.openxmlformats.org/drawingml/2006/table">
            <a:tbl>
              <a:tblPr firstRow="1" bandRow="1">
                <a:tableStyleId>{5C22544A-7EE6-4342-B048-85BDC9FD1C3A}</a:tableStyleId>
              </a:tblPr>
              <a:tblGrid>
                <a:gridCol w="3162981">
                  <a:extLst>
                    <a:ext uri="{9D8B030D-6E8A-4147-A177-3AD203B41FA5}">
                      <a16:colId xmlns:a16="http://schemas.microsoft.com/office/drawing/2014/main" xmlns="" val="20000"/>
                    </a:ext>
                  </a:extLst>
                </a:gridCol>
                <a:gridCol w="950236">
                  <a:extLst>
                    <a:ext uri="{9D8B030D-6E8A-4147-A177-3AD203B41FA5}">
                      <a16:colId xmlns:a16="http://schemas.microsoft.com/office/drawing/2014/main" xmlns="" val="764104496"/>
                    </a:ext>
                  </a:extLst>
                </a:gridCol>
                <a:gridCol w="3947443">
                  <a:extLst>
                    <a:ext uri="{9D8B030D-6E8A-4147-A177-3AD203B41FA5}">
                      <a16:colId xmlns:a16="http://schemas.microsoft.com/office/drawing/2014/main" xmlns="" val="4164475170"/>
                    </a:ext>
                  </a:extLst>
                </a:gridCol>
              </a:tblGrid>
              <a:tr h="1205727">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200" b="0" spc="600" dirty="0">
                          <a:solidFill>
                            <a:srgbClr val="1F3A4E"/>
                          </a:solidFill>
                          <a:latin typeface="Arial Black" panose="020B0A04020102020204" pitchFamily="34" charset="0"/>
                        </a:rPr>
                        <a:t>QUICK START GUIDE</a:t>
                      </a:r>
                      <a:br>
                        <a:rPr lang="en-US" sz="3200" b="0" spc="600" dirty="0">
                          <a:solidFill>
                            <a:srgbClr val="1F3A4E"/>
                          </a:solidFill>
                          <a:latin typeface="Arial Black" panose="020B0A04020102020204" pitchFamily="34" charset="0"/>
                        </a:rPr>
                      </a:br>
                      <a:r>
                        <a:rPr lang="en-US" sz="2400" b="1" spc="0" dirty="0">
                          <a:solidFill>
                            <a:srgbClr val="FF0000"/>
                          </a:solidFill>
                          <a:latin typeface="Trebuchet MS" pitchFamily="34" charset="0"/>
                        </a:rPr>
                        <a:t>(THIS SIDEBAR WILL NOT PRINT)</a:t>
                      </a:r>
                      <a:endParaRPr lang="en-US" sz="32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5793258">
                <a:tc gridSpan="3">
                  <a:txBody>
                    <a:bodyPr/>
                    <a:lstStyle/>
                    <a:p>
                      <a:pPr algn="l"/>
                      <a:r>
                        <a:rPr lang="en-US" sz="20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8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800" dirty="0">
                          <a:solidFill>
                            <a:srgbClr val="FFC000"/>
                          </a:solidFill>
                          <a:hlinkClick r:id="rId7">
                            <a:extLst>
                              <a:ext uri="{A12FA001-AC4F-418D-AE19-62706E023703}">
                                <ahyp:hlinkClr xmlns:ahyp="http://schemas.microsoft.com/office/drawing/2018/hyperlinkcolor" xmlns="" val="tx"/>
                              </a:ext>
                            </a:extLst>
                          </a:hlinkClick>
                        </a:rPr>
                        <a:t>https://www.posterpresentations.com/how-to-change-the-research-poster-template-colors.html</a:t>
                      </a:r>
                      <a:endParaRPr lang="en-US" sz="1800" dirty="0">
                        <a:solidFill>
                          <a:srgbClr val="FFC000"/>
                        </a:solidFill>
                      </a:endParaRPr>
                    </a:p>
                    <a:p>
                      <a:pPr marL="0" indent="0" algn="l" defTabSz="114300"/>
                      <a:endParaRPr lang="en-US" sz="1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8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8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1"/>
                  </a:ext>
                </a:extLst>
              </a:tr>
              <a:tr h="4308046">
                <a:tc gridSpan="3">
                  <a:txBody>
                    <a:bodyPr/>
                    <a:lstStyle/>
                    <a:p>
                      <a:r>
                        <a:rPr lang="en-US" sz="2000" b="1" dirty="0">
                          <a:solidFill>
                            <a:srgbClr val="FFC000"/>
                          </a:solidFill>
                          <a:latin typeface="Arial" panose="020B0604020202020204" pitchFamily="34" charset="0"/>
                          <a:cs typeface="Arial" panose="020B0604020202020204" pitchFamily="34" charset="0"/>
                        </a:rPr>
                        <a:t>How to change the column layout configuration</a:t>
                      </a:r>
                    </a:p>
                    <a:p>
                      <a:r>
                        <a:rPr lang="en-US" sz="18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1800" dirty="0">
                          <a:solidFill>
                            <a:srgbClr val="D9D9D9"/>
                          </a:solidFill>
                          <a:latin typeface="Arial" panose="020B0604020202020204" pitchFamily="34" charset="0"/>
                          <a:cs typeface="Arial" panose="020B0604020202020204" pitchFamily="34" charset="0"/>
                        </a:rPr>
                        <a:t>You can see a tutorial here: </a:t>
                      </a:r>
                      <a:r>
                        <a:rPr lang="en-US" sz="1800" u="sng" dirty="0">
                          <a:solidFill>
                            <a:srgbClr val="FFC000"/>
                          </a:solidFill>
                          <a:latin typeface="Arial" panose="020B0604020202020204" pitchFamily="34" charset="0"/>
                          <a:cs typeface="Arial" panose="020B0604020202020204" pitchFamily="34" charset="0"/>
                        </a:rPr>
                        <a:t>https://</a:t>
                      </a:r>
                      <a:r>
                        <a:rPr lang="en-US" sz="1800" u="sng" dirty="0" err="1">
                          <a:solidFill>
                            <a:srgbClr val="FFC000"/>
                          </a:solidFill>
                          <a:latin typeface="Arial" panose="020B0604020202020204" pitchFamily="34" charset="0"/>
                          <a:cs typeface="Arial" panose="020B0604020202020204" pitchFamily="34" charset="0"/>
                        </a:rPr>
                        <a:t>www.posterpresentations.com</a:t>
                      </a:r>
                      <a:r>
                        <a:rPr lang="en-US" sz="1800" u="sng" dirty="0">
                          <a:solidFill>
                            <a:srgbClr val="FFC000"/>
                          </a:solidFill>
                          <a:latin typeface="Arial" panose="020B0604020202020204" pitchFamily="34" charset="0"/>
                          <a:cs typeface="Arial" panose="020B0604020202020204" pitchFamily="34" charset="0"/>
                        </a:rPr>
                        <a:t>/how-to-change-the-column-</a:t>
                      </a:r>
                      <a:r>
                        <a:rPr lang="en-US" sz="1800" u="sng" dirty="0" err="1">
                          <a:solidFill>
                            <a:srgbClr val="FFC000"/>
                          </a:solidFill>
                          <a:latin typeface="Arial" panose="020B0604020202020204" pitchFamily="34" charset="0"/>
                          <a:cs typeface="Arial" panose="020B0604020202020204" pitchFamily="34" charset="0"/>
                        </a:rPr>
                        <a:t>configuration.html</a:t>
                      </a:r>
                      <a:endParaRPr lang="en-US" sz="4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xmlns="" val="10004"/>
                  </a:ext>
                </a:extLst>
              </a:tr>
              <a:tr h="1697684">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xmlns=""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panose="020B0604020202020204" pitchFamily="34" charset="0"/>
                          <a:cs typeface="Arial" panose="020B0604020202020204" pitchFamily="34" charset="0"/>
                        </a:rPr>
                        <a:t>The Quick Start</a:t>
                      </a:r>
                      <a:r>
                        <a:rPr lang="en-US" sz="1800" baseline="0" noProof="0" dirty="0">
                          <a:solidFill>
                            <a:srgbClr val="D9D9D9"/>
                          </a:solidFill>
                          <a:latin typeface="Arial" panose="020B0604020202020204" pitchFamily="34" charset="0"/>
                          <a:cs typeface="Arial" panose="020B0604020202020204" pitchFamily="34" charset="0"/>
                        </a:rPr>
                        <a:t> Guides</a:t>
                      </a:r>
                      <a:r>
                        <a:rPr lang="en-US" sz="1800" noProof="0" dirty="0">
                          <a:solidFill>
                            <a:srgbClr val="D9D9D9"/>
                          </a:solidFill>
                          <a:latin typeface="Arial" panose="020B0604020202020204" pitchFamily="34" charset="0"/>
                          <a:cs typeface="Arial" panose="020B0604020202020204" pitchFamily="34" charset="0"/>
                        </a:rPr>
                        <a:t> </a:t>
                      </a:r>
                      <a:r>
                        <a:rPr lang="en-US" sz="1800" u="sng" noProof="0" dirty="0">
                          <a:solidFill>
                            <a:srgbClr val="D9D9D9"/>
                          </a:solidFill>
                          <a:latin typeface="Arial" panose="020B0604020202020204" pitchFamily="34" charset="0"/>
                          <a:cs typeface="Arial" panose="020B0604020202020204" pitchFamily="34" charset="0"/>
                        </a:rPr>
                        <a:t>are outside the template’s printable area</a:t>
                      </a:r>
                      <a:r>
                        <a:rPr lang="en-US" sz="1800" noProof="0" dirty="0">
                          <a:solidFill>
                            <a:srgbClr val="D9D9D9"/>
                          </a:solidFill>
                          <a:latin typeface="Arial" panose="020B0604020202020204" pitchFamily="34" charset="0"/>
                          <a:cs typeface="Arial" panose="020B0604020202020204" pitchFamily="34" charset="0"/>
                        </a:rPr>
                        <a:t> and they will not be on the printed poster</a:t>
                      </a:r>
                      <a:r>
                        <a:rPr lang="en-US" sz="18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aseline="0" noProof="0" dirty="0">
                          <a:solidFill>
                            <a:srgbClr val="D9D9D9"/>
                          </a:solidFill>
                          <a:latin typeface="Arial" panose="020B0604020202020204" pitchFamily="34" charset="0"/>
                          <a:cs typeface="Arial" panose="020B0604020202020204" pitchFamily="34" charset="0"/>
                        </a:rPr>
                        <a:t>To hide the guides click on the </a:t>
                      </a:r>
                      <a:r>
                        <a:rPr lang="en-US" sz="1800" b="1" baseline="0" noProof="0" dirty="0">
                          <a:solidFill>
                            <a:srgbClr val="D9D9D9"/>
                          </a:solidFill>
                          <a:latin typeface="Arial" panose="020B0604020202020204" pitchFamily="34" charset="0"/>
                          <a:cs typeface="Arial" panose="020B0604020202020204" pitchFamily="34" charset="0"/>
                        </a:rPr>
                        <a:t>Home</a:t>
                      </a:r>
                      <a:r>
                        <a:rPr lang="en-US" sz="18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800" b="1" baseline="0" noProof="0" dirty="0">
                          <a:solidFill>
                            <a:srgbClr val="D9D9D9"/>
                          </a:solidFill>
                          <a:latin typeface="Arial" panose="020B0604020202020204" pitchFamily="34" charset="0"/>
                          <a:cs typeface="Arial" panose="020B0604020202020204" pitchFamily="34" charset="0"/>
                        </a:rPr>
                        <a:t>Layout</a:t>
                      </a:r>
                      <a:r>
                        <a:rPr lang="en-US" sz="18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800" b="1" baseline="0" noProof="0" dirty="0">
                          <a:solidFill>
                            <a:srgbClr val="D9D9D9"/>
                          </a:solidFill>
                          <a:latin typeface="Arial" panose="020B0604020202020204" pitchFamily="34" charset="0"/>
                          <a:cs typeface="Arial" panose="020B0604020202020204" pitchFamily="34" charset="0"/>
                        </a:rPr>
                        <a:t>Without Guides </a:t>
                      </a:r>
                      <a:r>
                        <a:rPr lang="en-US" sz="1800" b="0" baseline="0" noProof="0" dirty="0">
                          <a:solidFill>
                            <a:srgbClr val="D9D9D9"/>
                          </a:solidFill>
                          <a:latin typeface="Arial" panose="020B0604020202020204" pitchFamily="34" charset="0"/>
                          <a:cs typeface="Arial" panose="020B0604020202020204" pitchFamily="34" charset="0"/>
                        </a:rPr>
                        <a:t>layout</a:t>
                      </a:r>
                      <a:r>
                        <a:rPr lang="en-US" sz="1800" baseline="0" noProof="0" dirty="0">
                          <a:solidFill>
                            <a:srgbClr val="D9D9D9"/>
                          </a:solidFill>
                          <a:latin typeface="Arial" panose="020B0604020202020204" pitchFamily="34" charset="0"/>
                          <a:cs typeface="Arial" panose="020B0604020202020204" pitchFamily="34" charset="0"/>
                        </a:rPr>
                        <a:t>.</a:t>
                      </a:r>
                      <a:endParaRPr lang="en-US" sz="1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xmlns="" val="10005"/>
                  </a:ext>
                </a:extLst>
              </a:tr>
              <a:tr h="5508563">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xmlns="" val="1766341567"/>
                  </a:ext>
                </a:extLst>
              </a:tr>
              <a:tr h="4679433">
                <a:tc>
                  <a:txBody>
                    <a:bodyPr/>
                    <a:lstStyle/>
                    <a:p>
                      <a:pPr rtl="0"/>
                      <a:r>
                        <a:rPr lang="en-US" sz="2400" b="1" dirty="0">
                          <a:solidFill>
                            <a:srgbClr val="FFC000"/>
                          </a:solidFill>
                          <a:latin typeface="Arial" panose="020B0604020202020204" pitchFamily="34" charset="0"/>
                          <a:cs typeface="Arial" panose="020B0604020202020204" pitchFamily="34" charset="0"/>
                        </a:rPr>
                        <a:t>How to</a:t>
                      </a:r>
                      <a:r>
                        <a:rPr lang="en-US" sz="2400" b="1" baseline="0" dirty="0">
                          <a:solidFill>
                            <a:srgbClr val="FFC000"/>
                          </a:solidFill>
                          <a:latin typeface="Arial" panose="020B0604020202020204" pitchFamily="34" charset="0"/>
                          <a:cs typeface="Arial" panose="020B0604020202020204" pitchFamily="34" charset="0"/>
                        </a:rPr>
                        <a:t> preview your poster prior to printing</a:t>
                      </a:r>
                      <a:endParaRPr lang="en-US" sz="2400" b="1" dirty="0">
                        <a:solidFill>
                          <a:srgbClr val="FFC000"/>
                        </a:solidFill>
                        <a:latin typeface="Arial" panose="020B0604020202020204" pitchFamily="34" charset="0"/>
                        <a:cs typeface="Arial" panose="020B0604020202020204" pitchFamily="34" charset="0"/>
                      </a:endParaRPr>
                    </a:p>
                    <a:p>
                      <a:pPr rtl="0"/>
                      <a:r>
                        <a:rPr lang="en-US" sz="2000" dirty="0">
                          <a:solidFill>
                            <a:srgbClr val="D9D9D9"/>
                          </a:solidFill>
                          <a:latin typeface="Arial" panose="020B0604020202020204" pitchFamily="34" charset="0"/>
                          <a:cs typeface="Arial" panose="020B0604020202020204" pitchFamily="34" charset="0"/>
                        </a:rPr>
                        <a:t>You can preview your poster at any time by pressing the </a:t>
                      </a:r>
                      <a:r>
                        <a:rPr lang="en-US" sz="2000" dirty="0">
                          <a:solidFill>
                            <a:srgbClr val="FFC000"/>
                          </a:solidFill>
                          <a:latin typeface="Arial" panose="020B0604020202020204" pitchFamily="34" charset="0"/>
                          <a:cs typeface="Arial" panose="020B0604020202020204" pitchFamily="34" charset="0"/>
                        </a:rPr>
                        <a:t>F5 key</a:t>
                      </a:r>
                      <a:r>
                        <a:rPr lang="en-US" sz="20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000" dirty="0">
                          <a:solidFill>
                            <a:srgbClr val="FFC000"/>
                          </a:solidFill>
                          <a:latin typeface="Arial" panose="020B0604020202020204" pitchFamily="34" charset="0"/>
                          <a:cs typeface="Arial" panose="020B0604020202020204" pitchFamily="34" charset="0"/>
                        </a:rPr>
                        <a:t>ESC key </a:t>
                      </a:r>
                      <a:r>
                        <a:rPr lang="en-US" sz="20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8800" b="1" dirty="0">
                          <a:solidFill>
                            <a:srgbClr val="D9D9D9"/>
                          </a:solidFill>
                          <a:latin typeface="Arial" panose="020B0604020202020204" pitchFamily="34" charset="0"/>
                          <a:cs typeface="Arial" panose="020B0604020202020204" pitchFamily="34" charset="0"/>
                        </a:rPr>
                        <a:t>F5</a:t>
                      </a:r>
                      <a:r>
                        <a:rPr lang="en-US" sz="1800" baseline="0" dirty="0">
                          <a:solidFill>
                            <a:srgbClr val="D9D9D9"/>
                          </a:solidFill>
                          <a:latin typeface="Arial" panose="020B0604020202020204" pitchFamily="34" charset="0"/>
                          <a:cs typeface="Arial" panose="020B0604020202020204" pitchFamily="34" charset="0"/>
                        </a:rPr>
                        <a:t> </a:t>
                      </a:r>
                      <a:endParaRPr lang="en-US" sz="18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xmlns="" val="10006"/>
                  </a:ext>
                </a:extLst>
              </a:tr>
              <a:tr h="5369361">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When you are ready to have your poster printed go online to </a:t>
                      </a:r>
                      <a:r>
                        <a:rPr lang="en-US" sz="1800" noProof="0" dirty="0" err="1">
                          <a:solidFill>
                            <a:srgbClr val="FFC000"/>
                          </a:solidFill>
                          <a:latin typeface="Arial"/>
                          <a:cs typeface="Arial"/>
                        </a:rPr>
                        <a:t>PosterPresentations.com</a:t>
                      </a:r>
                      <a:r>
                        <a:rPr lang="en-US" sz="1800" noProof="0" dirty="0">
                          <a:solidFill>
                            <a:srgbClr val="D9D9D9"/>
                          </a:solidFill>
                          <a:latin typeface="Arial"/>
                          <a:cs typeface="Arial"/>
                        </a:rPr>
                        <a:t> and click on the "</a:t>
                      </a:r>
                      <a:r>
                        <a:rPr lang="en-US" sz="1800" noProof="0" dirty="0">
                          <a:solidFill>
                            <a:srgbClr val="FFC000"/>
                          </a:solidFill>
                          <a:latin typeface="Arial"/>
                          <a:cs typeface="Arial"/>
                        </a:rPr>
                        <a:t>Order Your Poster</a:t>
                      </a:r>
                      <a:r>
                        <a:rPr lang="en-US" sz="18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
                      </a:r>
                      <a:br>
                        <a:rPr lang="en-US" sz="1800" noProof="0" dirty="0">
                          <a:solidFill>
                            <a:srgbClr val="D9D9D9"/>
                          </a:solidFill>
                          <a:latin typeface="Arial"/>
                          <a:cs typeface="Arial"/>
                        </a:rPr>
                      </a:br>
                      <a:r>
                        <a:rPr lang="en-US" sz="1800" noProof="0" dirty="0">
                          <a:solidFill>
                            <a:srgbClr val="D9D9D9"/>
                          </a:solidFill>
                          <a:latin typeface="Arial"/>
                          <a:cs typeface="Arial"/>
                        </a:rPr>
                        <a:t>Go to </a:t>
                      </a:r>
                      <a:r>
                        <a:rPr lang="en-US" sz="1800" noProof="0" dirty="0" err="1">
                          <a:solidFill>
                            <a:srgbClr val="FFC000"/>
                          </a:solidFill>
                          <a:latin typeface="Arial"/>
                          <a:cs typeface="Arial"/>
                        </a:rPr>
                        <a:t>PosterPresentations.com</a:t>
                      </a:r>
                      <a:r>
                        <a:rPr lang="en-US" sz="18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7"/>
                  </a:ext>
                </a:extLst>
              </a:tr>
              <a:tr h="1059070">
                <a:tc gridSpan="3">
                  <a:txBody>
                    <a:bodyPr/>
                    <a:lstStyle/>
                    <a:p>
                      <a:endParaRPr lang="en-US" sz="1800" dirty="0">
                        <a:solidFill>
                          <a:srgbClr val="1F3A4E"/>
                        </a:solidFill>
                      </a:endParaRPr>
                    </a:p>
                  </a:txBody>
                  <a:tcPr marL="182880" marT="137160">
                    <a:blipFill dpi="0" rotWithShape="1">
                      <a:blip r:embed="rId9">
                        <a:extLst>
                          <a:ext uri="{28A0092B-C50C-407E-A947-70E740481C1C}">
                            <a14:useLocalDpi xmlns:a14="http://schemas.microsoft.com/office/drawing/2010/main" xmlns=""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8"/>
                  </a:ext>
                </a:extLst>
              </a:tr>
              <a:tr h="824517">
                <a:tc gridSpan="2">
                  <a:txBody>
                    <a:bodyPr/>
                    <a:lstStyle/>
                    <a:p>
                      <a:pPr>
                        <a:lnSpc>
                          <a:spcPts val="2600"/>
                        </a:lnSpc>
                      </a:pPr>
                      <a:r>
                        <a:rPr lang="en-US" sz="1800" dirty="0">
                          <a:solidFill>
                            <a:schemeClr val="bg1">
                              <a:lumMod val="85000"/>
                            </a:schemeClr>
                          </a:solidFill>
                          <a:latin typeface="Arial"/>
                          <a:cs typeface="Arial"/>
                        </a:rPr>
                        <a:t>© 2019</a:t>
                      </a:r>
                      <a:r>
                        <a:rPr lang="en-US" sz="1800" baseline="0" dirty="0">
                          <a:solidFill>
                            <a:schemeClr val="bg1">
                              <a:lumMod val="85000"/>
                            </a:schemeClr>
                          </a:solidFill>
                          <a:latin typeface="Arial"/>
                          <a:cs typeface="Arial"/>
                        </a:rPr>
                        <a:t> </a:t>
                      </a:r>
                      <a:r>
                        <a:rPr lang="en-US" sz="1800" dirty="0" err="1">
                          <a:solidFill>
                            <a:schemeClr val="bg1">
                              <a:lumMod val="85000"/>
                            </a:schemeClr>
                          </a:solidFill>
                          <a:latin typeface="Arial"/>
                          <a:cs typeface="Arial"/>
                        </a:rPr>
                        <a:t>PosterPresentations.com</a:t>
                      </a:r>
                      <a:r>
                        <a:rPr lang="en-US" sz="1800" dirty="0">
                          <a:solidFill>
                            <a:schemeClr val="bg1">
                              <a:lumMod val="85000"/>
                            </a:schemeClr>
                          </a:solidFill>
                          <a:latin typeface="Arial"/>
                          <a:cs typeface="Arial"/>
                        </a:rPr>
                        <a:t/>
                      </a:r>
                      <a:br>
                        <a:rPr lang="en-US" sz="1800" dirty="0">
                          <a:solidFill>
                            <a:schemeClr val="bg1">
                              <a:lumMod val="85000"/>
                            </a:schemeClr>
                          </a:solidFill>
                          <a:latin typeface="Arial"/>
                          <a:cs typeface="Arial"/>
                        </a:rPr>
                      </a:br>
                      <a:r>
                        <a:rPr lang="en-US" sz="1800" dirty="0">
                          <a:solidFill>
                            <a:schemeClr val="bg1">
                              <a:lumMod val="85000"/>
                            </a:schemeClr>
                          </a:solidFill>
                          <a:latin typeface="Arial"/>
                          <a:cs typeface="Arial"/>
                        </a:rPr>
                        <a:t>2117 Fourth Street ,</a:t>
                      </a:r>
                      <a:r>
                        <a:rPr lang="en-US" sz="1800" baseline="0" dirty="0">
                          <a:solidFill>
                            <a:schemeClr val="bg1">
                              <a:lumMod val="85000"/>
                            </a:schemeClr>
                          </a:solidFill>
                          <a:latin typeface="Arial"/>
                          <a:cs typeface="Arial"/>
                        </a:rPr>
                        <a:t> STE C        </a:t>
                      </a:r>
                    </a:p>
                    <a:p>
                      <a:pPr>
                        <a:lnSpc>
                          <a:spcPts val="2600"/>
                        </a:lnSpc>
                      </a:pPr>
                      <a:r>
                        <a:rPr lang="en-US" sz="1800" baseline="0" dirty="0">
                          <a:solidFill>
                            <a:schemeClr val="bg1">
                              <a:lumMod val="85000"/>
                            </a:schemeClr>
                          </a:solidFill>
                          <a:latin typeface="Arial"/>
                          <a:cs typeface="Arial"/>
                        </a:rPr>
                        <a:t>Berkeley CA 94710 USA</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D0D0D0"/>
                          </a:solidFill>
                          <a:latin typeface="Arial"/>
                          <a:cs typeface="Arial"/>
                        </a:rPr>
                        <a:t>For complete tutorials</a:t>
                      </a:r>
                      <a:r>
                        <a:rPr lang="en-US" sz="18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400" b="1" dirty="0">
                          <a:solidFill>
                            <a:srgbClr val="FFC000"/>
                          </a:solidFill>
                          <a:latin typeface="Arial"/>
                          <a:cs typeface="Arial"/>
                        </a:rPr>
                        <a:t>https://</a:t>
                      </a:r>
                      <a:r>
                        <a:rPr lang="en-US" sz="1400" b="1" dirty="0" err="1">
                          <a:solidFill>
                            <a:srgbClr val="FFC000"/>
                          </a:solidFill>
                          <a:latin typeface="Arial"/>
                          <a:cs typeface="Arial"/>
                        </a:rPr>
                        <a:t>www.posterpresentations.com</a:t>
                      </a:r>
                      <a:r>
                        <a:rPr lang="en-US" sz="1400" b="1" dirty="0">
                          <a:solidFill>
                            <a:srgbClr val="FFC000"/>
                          </a:solidFill>
                          <a:latin typeface="Arial"/>
                          <a:cs typeface="Arial"/>
                        </a:rPr>
                        <a:t>/</a:t>
                      </a:r>
                      <a:r>
                        <a:rPr lang="en-US" sz="1400" b="1" dirty="0" err="1">
                          <a:solidFill>
                            <a:srgbClr val="FFC000"/>
                          </a:solidFill>
                          <a:latin typeface="Arial"/>
                          <a:cs typeface="Arial"/>
                        </a:rPr>
                        <a:t>helpdesk.html</a:t>
                      </a:r>
                      <a:endParaRPr lang="en-US" sz="9600" dirty="0"/>
                    </a:p>
                  </a:txBody>
                  <a:tcPr marL="182880" marT="137160">
                    <a:solidFill>
                      <a:srgbClr val="010101"/>
                    </a:solidFill>
                  </a:tcPr>
                </a:tc>
                <a:extLst>
                  <a:ext uri="{0D108BD9-81ED-4DB2-BD59-A6C34878D82A}">
                    <a16:rowId xmlns:a16="http://schemas.microsoft.com/office/drawing/2014/main" xmlns="" val="10009"/>
                  </a:ext>
                </a:extLst>
              </a:tr>
            </a:tbl>
          </a:graphicData>
        </a:graphic>
      </p:graphicFrame>
      <p:grpSp>
        <p:nvGrpSpPr>
          <p:cNvPr id="16" name="Group 15">
            <a:extLst>
              <a:ext uri="{FF2B5EF4-FFF2-40B4-BE49-F238E27FC236}">
                <a16:creationId xmlns:a16="http://schemas.microsoft.com/office/drawing/2014/main" xmlns="" id="{CADFE678-575D-514A-9142-16B6964A214D}"/>
              </a:ext>
            </a:extLst>
          </p:cNvPr>
          <p:cNvGrpSpPr/>
          <p:nvPr userDrawn="1"/>
        </p:nvGrpSpPr>
        <p:grpSpPr>
          <a:xfrm>
            <a:off x="-43304" y="-142032"/>
            <a:ext cx="21459815" cy="3695335"/>
            <a:chOff x="-43304" y="11286"/>
            <a:chExt cx="43905392" cy="4120075"/>
          </a:xfrm>
        </p:grpSpPr>
        <p:sp>
          <p:nvSpPr>
            <p:cNvPr id="17" name="Rectangle 16">
              <a:extLst>
                <a:ext uri="{FF2B5EF4-FFF2-40B4-BE49-F238E27FC236}">
                  <a16:creationId xmlns:a16="http://schemas.microsoft.com/office/drawing/2014/main" xmlns="" id="{057C816D-9315-EF42-A4FF-68B83C966F18}"/>
                </a:ext>
              </a:extLst>
            </p:cNvPr>
            <p:cNvSpPr/>
            <p:nvPr userDrawn="1"/>
          </p:nvSpPr>
          <p:spPr>
            <a:xfrm>
              <a:off x="-1" y="1106328"/>
              <a:ext cx="43854834" cy="3025033"/>
            </a:xfrm>
            <a:prstGeom prst="rect">
              <a:avLst/>
            </a:prstGeom>
            <a:gradFill flip="none" rotWithShape="1">
              <a:gsLst>
                <a:gs pos="0">
                  <a:schemeClr val="accent6"/>
                </a:gs>
                <a:gs pos="100000">
                  <a:schemeClr val="accent1"/>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xmlns="" id="{01F2ADAF-6897-4740-BAA2-1ADAA7F01EAD}"/>
                </a:ext>
              </a:extLst>
            </p:cNvPr>
            <p:cNvGrpSpPr/>
            <p:nvPr userDrawn="1"/>
          </p:nvGrpSpPr>
          <p:grpSpPr>
            <a:xfrm>
              <a:off x="-43304" y="11286"/>
              <a:ext cx="43905392" cy="4036528"/>
              <a:chOff x="-14192" y="1382"/>
              <a:chExt cx="27451941" cy="4572641"/>
            </a:xfrm>
          </p:grpSpPr>
          <p:sp>
            <p:nvSpPr>
              <p:cNvPr id="19" name="Rectangle 16">
                <a:extLst>
                  <a:ext uri="{FF2B5EF4-FFF2-40B4-BE49-F238E27FC236}">
                    <a16:creationId xmlns:a16="http://schemas.microsoft.com/office/drawing/2014/main" xmlns="" id="{DCBEEE5D-C1CD-2B40-8814-7A2B5D88B368}"/>
                  </a:ext>
                </a:extLst>
              </p:cNvPr>
              <p:cNvSpPr/>
              <p:nvPr userDrawn="1"/>
            </p:nvSpPr>
            <p:spPr>
              <a:xfrm>
                <a:off x="4001" y="707797"/>
                <a:ext cx="27429212" cy="3866226"/>
              </a:xfrm>
              <a:custGeom>
                <a:avLst/>
                <a:gdLst>
                  <a:gd name="connsiteX0" fmla="*/ 0 w 43891200"/>
                  <a:gd name="connsiteY0" fmla="*/ 0 h 7027483"/>
                  <a:gd name="connsiteX1" fmla="*/ 43891200 w 43891200"/>
                  <a:gd name="connsiteY1" fmla="*/ 0 h 7027483"/>
                  <a:gd name="connsiteX2" fmla="*/ 43891200 w 43891200"/>
                  <a:gd name="connsiteY2" fmla="*/ 7027483 h 7027483"/>
                  <a:gd name="connsiteX3" fmla="*/ 0 w 43891200"/>
                  <a:gd name="connsiteY3" fmla="*/ 7027483 h 7027483"/>
                  <a:gd name="connsiteX4" fmla="*/ 0 w 43891200"/>
                  <a:gd name="connsiteY4"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617527 w 43891200"/>
                  <a:gd name="connsiteY3" fmla="*/ 6999261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32864 w 43891200"/>
                  <a:gd name="connsiteY3" fmla="*/ 3330294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89306 w 43891200"/>
                  <a:gd name="connsiteY3" fmla="*/ 3104512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89306 w 43891200"/>
                  <a:gd name="connsiteY3" fmla="*/ 3104512 h 7027483"/>
                  <a:gd name="connsiteX4" fmla="*/ 84664 w 43891200"/>
                  <a:gd name="connsiteY4" fmla="*/ 5531673 h 7027483"/>
                  <a:gd name="connsiteX5" fmla="*/ 0 w 43891200"/>
                  <a:gd name="connsiteY5" fmla="*/ 0 h 7027483"/>
                  <a:gd name="connsiteX0" fmla="*/ 0 w 43891200"/>
                  <a:gd name="connsiteY0" fmla="*/ 0 h 7272584"/>
                  <a:gd name="connsiteX1" fmla="*/ 43891200 w 43891200"/>
                  <a:gd name="connsiteY1" fmla="*/ 0 h 7272584"/>
                  <a:gd name="connsiteX2" fmla="*/ 43891200 w 43891200"/>
                  <a:gd name="connsiteY2" fmla="*/ 7027483 h 7272584"/>
                  <a:gd name="connsiteX3" fmla="*/ 37534349 w 43891200"/>
                  <a:gd name="connsiteY3" fmla="*/ 5432466 h 7272584"/>
                  <a:gd name="connsiteX4" fmla="*/ 21589306 w 43891200"/>
                  <a:gd name="connsiteY4" fmla="*/ 3104512 h 7272584"/>
                  <a:gd name="connsiteX5" fmla="*/ 84664 w 43891200"/>
                  <a:gd name="connsiteY5" fmla="*/ 5531673 h 7272584"/>
                  <a:gd name="connsiteX6" fmla="*/ 0 w 43891200"/>
                  <a:gd name="connsiteY6" fmla="*/ 0 h 7272584"/>
                  <a:gd name="connsiteX0" fmla="*/ 0 w 43891200"/>
                  <a:gd name="connsiteY0" fmla="*/ 0 h 7027483"/>
                  <a:gd name="connsiteX1" fmla="*/ 43891200 w 43891200"/>
                  <a:gd name="connsiteY1" fmla="*/ 0 h 7027483"/>
                  <a:gd name="connsiteX2" fmla="*/ 43891200 w 43891200"/>
                  <a:gd name="connsiteY2" fmla="*/ 7027483 h 7027483"/>
                  <a:gd name="connsiteX3" fmla="*/ 37534349 w 43891200"/>
                  <a:gd name="connsiteY3" fmla="*/ 5432466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423313 w 43891200"/>
                  <a:gd name="connsiteY4" fmla="*/ 3012175 h 7027483"/>
                  <a:gd name="connsiteX5" fmla="*/ 84664 w 43891200"/>
                  <a:gd name="connsiteY5" fmla="*/ 5531673 h 7027483"/>
                  <a:gd name="connsiteX6" fmla="*/ 0 w 43891200"/>
                  <a:gd name="connsiteY6" fmla="*/ 0 h 7027483"/>
                  <a:gd name="connsiteX0" fmla="*/ 0 w 43891200"/>
                  <a:gd name="connsiteY0" fmla="*/ 0 h 6029592"/>
                  <a:gd name="connsiteX1" fmla="*/ 43891200 w 43891200"/>
                  <a:gd name="connsiteY1" fmla="*/ 0 h 6029592"/>
                  <a:gd name="connsiteX2" fmla="*/ 43852760 w 43891200"/>
                  <a:gd name="connsiteY2" fmla="*/ 6029592 h 6029592"/>
                  <a:gd name="connsiteX3" fmla="*/ 37534347 w 43891200"/>
                  <a:gd name="connsiteY3" fmla="*/ 5179307 h 6029592"/>
                  <a:gd name="connsiteX4" fmla="*/ 21423313 w 43891200"/>
                  <a:gd name="connsiteY4" fmla="*/ 3012175 h 6029592"/>
                  <a:gd name="connsiteX5" fmla="*/ 84664 w 43891200"/>
                  <a:gd name="connsiteY5" fmla="*/ 5531673 h 6029592"/>
                  <a:gd name="connsiteX6" fmla="*/ 0 w 43891200"/>
                  <a:gd name="connsiteY6" fmla="*/ 0 h 6029592"/>
                  <a:gd name="connsiteX0" fmla="*/ 0 w 43891200"/>
                  <a:gd name="connsiteY0" fmla="*/ 0 h 6029592"/>
                  <a:gd name="connsiteX1" fmla="*/ 43891200 w 43891200"/>
                  <a:gd name="connsiteY1" fmla="*/ 0 h 6029592"/>
                  <a:gd name="connsiteX2" fmla="*/ 43852760 w 43891200"/>
                  <a:gd name="connsiteY2" fmla="*/ 6029592 h 6029592"/>
                  <a:gd name="connsiteX3" fmla="*/ 36342689 w 43891200"/>
                  <a:gd name="connsiteY3" fmla="*/ 4466527 h 6029592"/>
                  <a:gd name="connsiteX4" fmla="*/ 21423313 w 43891200"/>
                  <a:gd name="connsiteY4" fmla="*/ 3012175 h 6029592"/>
                  <a:gd name="connsiteX5" fmla="*/ 84664 w 43891200"/>
                  <a:gd name="connsiteY5" fmla="*/ 5531673 h 6029592"/>
                  <a:gd name="connsiteX6" fmla="*/ 0 w 43891200"/>
                  <a:gd name="connsiteY6" fmla="*/ 0 h 6029592"/>
                  <a:gd name="connsiteX0" fmla="*/ 0 w 43891200"/>
                  <a:gd name="connsiteY0" fmla="*/ 0 h 6079664"/>
                  <a:gd name="connsiteX1" fmla="*/ 43891200 w 43891200"/>
                  <a:gd name="connsiteY1" fmla="*/ 0 h 6079664"/>
                  <a:gd name="connsiteX2" fmla="*/ 43852760 w 43891200"/>
                  <a:gd name="connsiteY2" fmla="*/ 6029592 h 6079664"/>
                  <a:gd name="connsiteX3" fmla="*/ 21423313 w 43891200"/>
                  <a:gd name="connsiteY3" fmla="*/ 3012175 h 6079664"/>
                  <a:gd name="connsiteX4" fmla="*/ 84664 w 43891200"/>
                  <a:gd name="connsiteY4" fmla="*/ 5531673 h 6079664"/>
                  <a:gd name="connsiteX5" fmla="*/ 0 w 43891200"/>
                  <a:gd name="connsiteY5" fmla="*/ 0 h 6079664"/>
                  <a:gd name="connsiteX0" fmla="*/ 0 w 43891200"/>
                  <a:gd name="connsiteY0" fmla="*/ 0 h 6029592"/>
                  <a:gd name="connsiteX1" fmla="*/ 43891200 w 43891200"/>
                  <a:gd name="connsiteY1" fmla="*/ 0 h 6029592"/>
                  <a:gd name="connsiteX2" fmla="*/ 43852760 w 43891200"/>
                  <a:gd name="connsiteY2" fmla="*/ 6029592 h 6029592"/>
                  <a:gd name="connsiteX3" fmla="*/ 21423313 w 43891200"/>
                  <a:gd name="connsiteY3" fmla="*/ 3012175 h 6029592"/>
                  <a:gd name="connsiteX4" fmla="*/ 84664 w 43891200"/>
                  <a:gd name="connsiteY4" fmla="*/ 5531673 h 6029592"/>
                  <a:gd name="connsiteX5" fmla="*/ 0 w 43891200"/>
                  <a:gd name="connsiteY5" fmla="*/ 0 h 6029592"/>
                  <a:gd name="connsiteX0" fmla="*/ 0 w 43891200"/>
                  <a:gd name="connsiteY0" fmla="*/ 0 h 6029592"/>
                  <a:gd name="connsiteX1" fmla="*/ 43891200 w 43891200"/>
                  <a:gd name="connsiteY1" fmla="*/ 0 h 6029592"/>
                  <a:gd name="connsiteX2" fmla="*/ 43852760 w 43891200"/>
                  <a:gd name="connsiteY2" fmla="*/ 6029592 h 6029592"/>
                  <a:gd name="connsiteX3" fmla="*/ 21423313 w 43891200"/>
                  <a:gd name="connsiteY3" fmla="*/ 3012175 h 6029592"/>
                  <a:gd name="connsiteX4" fmla="*/ 84664 w 43891200"/>
                  <a:gd name="connsiteY4" fmla="*/ 5531673 h 6029592"/>
                  <a:gd name="connsiteX5" fmla="*/ 0 w 43891200"/>
                  <a:gd name="connsiteY5" fmla="*/ 0 h 6029592"/>
                  <a:gd name="connsiteX0" fmla="*/ 0 w 43891200"/>
                  <a:gd name="connsiteY0" fmla="*/ 0 h 5887037"/>
                  <a:gd name="connsiteX1" fmla="*/ 43891200 w 43891200"/>
                  <a:gd name="connsiteY1" fmla="*/ 0 h 5887037"/>
                  <a:gd name="connsiteX2" fmla="*/ 43814321 w 43891200"/>
                  <a:gd name="connsiteY2" fmla="*/ 5887037 h 5887037"/>
                  <a:gd name="connsiteX3" fmla="*/ 21423313 w 43891200"/>
                  <a:gd name="connsiteY3" fmla="*/ 3012175 h 5887037"/>
                  <a:gd name="connsiteX4" fmla="*/ 84664 w 43891200"/>
                  <a:gd name="connsiteY4" fmla="*/ 5531673 h 5887037"/>
                  <a:gd name="connsiteX5" fmla="*/ 0 w 43891200"/>
                  <a:gd name="connsiteY5" fmla="*/ 0 h 5887037"/>
                  <a:gd name="connsiteX0" fmla="*/ 0 w 43891200"/>
                  <a:gd name="connsiteY0" fmla="*/ 0 h 5745966"/>
                  <a:gd name="connsiteX1" fmla="*/ 43891200 w 43891200"/>
                  <a:gd name="connsiteY1" fmla="*/ 0 h 5745966"/>
                  <a:gd name="connsiteX2" fmla="*/ 43814319 w 43891200"/>
                  <a:gd name="connsiteY2" fmla="*/ 5745966 h 5745966"/>
                  <a:gd name="connsiteX3" fmla="*/ 21423313 w 43891200"/>
                  <a:gd name="connsiteY3" fmla="*/ 3012175 h 5745966"/>
                  <a:gd name="connsiteX4" fmla="*/ 84664 w 43891200"/>
                  <a:gd name="connsiteY4" fmla="*/ 5531673 h 5745966"/>
                  <a:gd name="connsiteX5" fmla="*/ 0 w 43891200"/>
                  <a:gd name="connsiteY5" fmla="*/ 0 h 5745966"/>
                  <a:gd name="connsiteX0" fmla="*/ 0 w 43891200"/>
                  <a:gd name="connsiteY0" fmla="*/ 0 h 5774180"/>
                  <a:gd name="connsiteX1" fmla="*/ 43891200 w 43891200"/>
                  <a:gd name="connsiteY1" fmla="*/ 0 h 5774180"/>
                  <a:gd name="connsiteX2" fmla="*/ 43814319 w 43891200"/>
                  <a:gd name="connsiteY2" fmla="*/ 5774180 h 5774180"/>
                  <a:gd name="connsiteX3" fmla="*/ 21423313 w 43891200"/>
                  <a:gd name="connsiteY3" fmla="*/ 3012175 h 5774180"/>
                  <a:gd name="connsiteX4" fmla="*/ 84664 w 43891200"/>
                  <a:gd name="connsiteY4" fmla="*/ 5531673 h 5774180"/>
                  <a:gd name="connsiteX5" fmla="*/ 0 w 43891200"/>
                  <a:gd name="connsiteY5" fmla="*/ 0 h 5774180"/>
                  <a:gd name="connsiteX0" fmla="*/ 6633 w 43897833"/>
                  <a:gd name="connsiteY0" fmla="*/ 0 h 5774180"/>
                  <a:gd name="connsiteX1" fmla="*/ 43897833 w 43897833"/>
                  <a:gd name="connsiteY1" fmla="*/ 0 h 5774180"/>
                  <a:gd name="connsiteX2" fmla="*/ 43820952 w 43897833"/>
                  <a:gd name="connsiteY2" fmla="*/ 5774180 h 5774180"/>
                  <a:gd name="connsiteX3" fmla="*/ 21429946 w 43897833"/>
                  <a:gd name="connsiteY3" fmla="*/ 3012175 h 5774180"/>
                  <a:gd name="connsiteX4" fmla="*/ 0 w 43897833"/>
                  <a:gd name="connsiteY4" fmla="*/ 5757386 h 5774180"/>
                  <a:gd name="connsiteX5" fmla="*/ 6633 w 43897833"/>
                  <a:gd name="connsiteY5" fmla="*/ 0 h 5774180"/>
                  <a:gd name="connsiteX0" fmla="*/ 6633 w 43897833"/>
                  <a:gd name="connsiteY0" fmla="*/ 0 h 5785600"/>
                  <a:gd name="connsiteX1" fmla="*/ 43897833 w 43897833"/>
                  <a:gd name="connsiteY1" fmla="*/ 0 h 5785600"/>
                  <a:gd name="connsiteX2" fmla="*/ 43820952 w 43897833"/>
                  <a:gd name="connsiteY2" fmla="*/ 5774180 h 5785600"/>
                  <a:gd name="connsiteX3" fmla="*/ 21429946 w 43897833"/>
                  <a:gd name="connsiteY3" fmla="*/ 3012175 h 5785600"/>
                  <a:gd name="connsiteX4" fmla="*/ 0 w 43897833"/>
                  <a:gd name="connsiteY4" fmla="*/ 5785600 h 5785600"/>
                  <a:gd name="connsiteX5" fmla="*/ 6633 w 43897833"/>
                  <a:gd name="connsiteY5" fmla="*/ 0 h 5785600"/>
                  <a:gd name="connsiteX0" fmla="*/ 6633 w 43897833"/>
                  <a:gd name="connsiteY0" fmla="*/ 0 h 5785600"/>
                  <a:gd name="connsiteX1" fmla="*/ 43897833 w 43897833"/>
                  <a:gd name="connsiteY1" fmla="*/ 0 h 5785600"/>
                  <a:gd name="connsiteX2" fmla="*/ 43829914 w 43897833"/>
                  <a:gd name="connsiteY2" fmla="*/ 5757562 h 5785600"/>
                  <a:gd name="connsiteX3" fmla="*/ 21429946 w 43897833"/>
                  <a:gd name="connsiteY3" fmla="*/ 3012175 h 5785600"/>
                  <a:gd name="connsiteX4" fmla="*/ 0 w 43897833"/>
                  <a:gd name="connsiteY4" fmla="*/ 5785600 h 5785600"/>
                  <a:gd name="connsiteX5" fmla="*/ 6633 w 43897833"/>
                  <a:gd name="connsiteY5" fmla="*/ 0 h 5785600"/>
                  <a:gd name="connsiteX0" fmla="*/ 6633 w 43884390"/>
                  <a:gd name="connsiteY0" fmla="*/ 4153 h 5789753"/>
                  <a:gd name="connsiteX1" fmla="*/ 43884390 w 43884390"/>
                  <a:gd name="connsiteY1" fmla="*/ 0 h 5789753"/>
                  <a:gd name="connsiteX2" fmla="*/ 43829914 w 43884390"/>
                  <a:gd name="connsiteY2" fmla="*/ 5761715 h 5789753"/>
                  <a:gd name="connsiteX3" fmla="*/ 21429946 w 43884390"/>
                  <a:gd name="connsiteY3" fmla="*/ 3016328 h 5789753"/>
                  <a:gd name="connsiteX4" fmla="*/ 0 w 43884390"/>
                  <a:gd name="connsiteY4" fmla="*/ 5789753 h 5789753"/>
                  <a:gd name="connsiteX5" fmla="*/ 6633 w 43884390"/>
                  <a:gd name="connsiteY5" fmla="*/ 4153 h 5789753"/>
                  <a:gd name="connsiteX0" fmla="*/ 6633 w 43884392"/>
                  <a:gd name="connsiteY0" fmla="*/ 0 h 5785600"/>
                  <a:gd name="connsiteX1" fmla="*/ 43884392 w 43884392"/>
                  <a:gd name="connsiteY1" fmla="*/ 1 h 5785600"/>
                  <a:gd name="connsiteX2" fmla="*/ 43829914 w 43884392"/>
                  <a:gd name="connsiteY2" fmla="*/ 5757562 h 5785600"/>
                  <a:gd name="connsiteX3" fmla="*/ 21429946 w 43884392"/>
                  <a:gd name="connsiteY3" fmla="*/ 3012175 h 5785600"/>
                  <a:gd name="connsiteX4" fmla="*/ 0 w 43884392"/>
                  <a:gd name="connsiteY4" fmla="*/ 5785600 h 5785600"/>
                  <a:gd name="connsiteX5" fmla="*/ 6633 w 43884392"/>
                  <a:gd name="connsiteY5" fmla="*/ 0 h 5785600"/>
                  <a:gd name="connsiteX0" fmla="*/ 6633 w 43876785"/>
                  <a:gd name="connsiteY0" fmla="*/ 7053 h 5792653"/>
                  <a:gd name="connsiteX1" fmla="*/ 43876785 w 43876785"/>
                  <a:gd name="connsiteY1" fmla="*/ 0 h 5792653"/>
                  <a:gd name="connsiteX2" fmla="*/ 43829914 w 43876785"/>
                  <a:gd name="connsiteY2" fmla="*/ 5764615 h 5792653"/>
                  <a:gd name="connsiteX3" fmla="*/ 21429946 w 43876785"/>
                  <a:gd name="connsiteY3" fmla="*/ 3019228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429946 w 43876785"/>
                  <a:gd name="connsiteY3" fmla="*/ 3019228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852793 w 43876785"/>
                  <a:gd name="connsiteY3" fmla="*/ 301922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852793 w 43876785"/>
                  <a:gd name="connsiteY3" fmla="*/ 301922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64377 w 43876785"/>
                  <a:gd name="connsiteY3" fmla="*/ 300041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44088 w 43876785"/>
                  <a:gd name="connsiteY3" fmla="*/ 300041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801199"/>
                  <a:gd name="connsiteX1" fmla="*/ 43876785 w 43876785"/>
                  <a:gd name="connsiteY1" fmla="*/ 0 h 5801199"/>
                  <a:gd name="connsiteX2" fmla="*/ 43831664 w 43876785"/>
                  <a:gd name="connsiteY2" fmla="*/ 5801199 h 5801199"/>
                  <a:gd name="connsiteX3" fmla="*/ 21923799 w 43876785"/>
                  <a:gd name="connsiteY3" fmla="*/ 3009824 h 5801199"/>
                  <a:gd name="connsiteX4" fmla="*/ 0 w 43876785"/>
                  <a:gd name="connsiteY4" fmla="*/ 5792653 h 5801199"/>
                  <a:gd name="connsiteX5" fmla="*/ 6633 w 43876785"/>
                  <a:gd name="connsiteY5" fmla="*/ 7053 h 5801199"/>
                  <a:gd name="connsiteX0" fmla="*/ 6633 w 43876785"/>
                  <a:gd name="connsiteY0" fmla="*/ 7053 h 5811651"/>
                  <a:gd name="connsiteX1" fmla="*/ 43876785 w 43876785"/>
                  <a:gd name="connsiteY1" fmla="*/ 0 h 5811651"/>
                  <a:gd name="connsiteX2" fmla="*/ 43826110 w 43876785"/>
                  <a:gd name="connsiteY2" fmla="*/ 5811651 h 5811651"/>
                  <a:gd name="connsiteX3" fmla="*/ 21923799 w 43876785"/>
                  <a:gd name="connsiteY3" fmla="*/ 3009824 h 5811651"/>
                  <a:gd name="connsiteX4" fmla="*/ 0 w 43876785"/>
                  <a:gd name="connsiteY4" fmla="*/ 5792653 h 5811651"/>
                  <a:gd name="connsiteX5" fmla="*/ 6633 w 43876785"/>
                  <a:gd name="connsiteY5" fmla="*/ 7053 h 5811651"/>
                  <a:gd name="connsiteX0" fmla="*/ -1 w 43870151"/>
                  <a:gd name="connsiteY0" fmla="*/ 7053 h 5818785"/>
                  <a:gd name="connsiteX1" fmla="*/ 43870151 w 43870151"/>
                  <a:gd name="connsiteY1" fmla="*/ 0 h 5818785"/>
                  <a:gd name="connsiteX2" fmla="*/ 43819476 w 43870151"/>
                  <a:gd name="connsiteY2" fmla="*/ 5811651 h 5818785"/>
                  <a:gd name="connsiteX3" fmla="*/ 21917165 w 43870151"/>
                  <a:gd name="connsiteY3" fmla="*/ 3009824 h 5818785"/>
                  <a:gd name="connsiteX4" fmla="*/ 4477 w 43870151"/>
                  <a:gd name="connsiteY4" fmla="*/ 5818785 h 5818785"/>
                  <a:gd name="connsiteX5" fmla="*/ -1 w 43870151"/>
                  <a:gd name="connsiteY5" fmla="*/ 7053 h 5818785"/>
                  <a:gd name="connsiteX0" fmla="*/ 239 w 43870391"/>
                  <a:gd name="connsiteY0" fmla="*/ 7053 h 5814778"/>
                  <a:gd name="connsiteX1" fmla="*/ 43870391 w 43870391"/>
                  <a:gd name="connsiteY1" fmla="*/ 0 h 5814778"/>
                  <a:gd name="connsiteX2" fmla="*/ 43819716 w 43870391"/>
                  <a:gd name="connsiteY2" fmla="*/ 5811651 h 5814778"/>
                  <a:gd name="connsiteX3" fmla="*/ 21917405 w 43870391"/>
                  <a:gd name="connsiteY3" fmla="*/ 3009824 h 5814778"/>
                  <a:gd name="connsiteX4" fmla="*/ 457 w 43870391"/>
                  <a:gd name="connsiteY4" fmla="*/ 5814778 h 5814778"/>
                  <a:gd name="connsiteX5" fmla="*/ 239 w 43870391"/>
                  <a:gd name="connsiteY5" fmla="*/ 7053 h 5814778"/>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806763 h 5811651"/>
                  <a:gd name="connsiteX5" fmla="*/ 239 w 43870391"/>
                  <a:gd name="connsiteY5" fmla="*/ 7053 h 5811651"/>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798748 h 5811651"/>
                  <a:gd name="connsiteX5" fmla="*/ 239 w 43870391"/>
                  <a:gd name="connsiteY5" fmla="*/ 7053 h 5811651"/>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798748 h 5811651"/>
                  <a:gd name="connsiteX5" fmla="*/ 239 w 43870391"/>
                  <a:gd name="connsiteY5" fmla="*/ 7053 h 5811651"/>
                  <a:gd name="connsiteX0" fmla="*/ 239 w 43842825"/>
                  <a:gd name="connsiteY0" fmla="*/ 7053 h 5811651"/>
                  <a:gd name="connsiteX1" fmla="*/ 43842825 w 43842825"/>
                  <a:gd name="connsiteY1" fmla="*/ 0 h 5811651"/>
                  <a:gd name="connsiteX2" fmla="*/ 43819716 w 43842825"/>
                  <a:gd name="connsiteY2" fmla="*/ 5811651 h 5811651"/>
                  <a:gd name="connsiteX3" fmla="*/ 21917405 w 43842825"/>
                  <a:gd name="connsiteY3" fmla="*/ 3009824 h 5811651"/>
                  <a:gd name="connsiteX4" fmla="*/ 457 w 43842825"/>
                  <a:gd name="connsiteY4" fmla="*/ 5798748 h 5811651"/>
                  <a:gd name="connsiteX5" fmla="*/ 239 w 43842825"/>
                  <a:gd name="connsiteY5" fmla="*/ 7053 h 5811651"/>
                  <a:gd name="connsiteX0" fmla="*/ 239 w 43824446"/>
                  <a:gd name="connsiteY0" fmla="*/ 7053 h 5811651"/>
                  <a:gd name="connsiteX1" fmla="*/ 43824446 w 43824446"/>
                  <a:gd name="connsiteY1" fmla="*/ 0 h 5811651"/>
                  <a:gd name="connsiteX2" fmla="*/ 43819716 w 43824446"/>
                  <a:gd name="connsiteY2" fmla="*/ 5811651 h 5811651"/>
                  <a:gd name="connsiteX3" fmla="*/ 21917405 w 43824446"/>
                  <a:gd name="connsiteY3" fmla="*/ 3009824 h 5811651"/>
                  <a:gd name="connsiteX4" fmla="*/ 457 w 43824446"/>
                  <a:gd name="connsiteY4" fmla="*/ 5798748 h 5811651"/>
                  <a:gd name="connsiteX5" fmla="*/ 239 w 43824446"/>
                  <a:gd name="connsiteY5" fmla="*/ 7053 h 581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24446" h="5811651">
                    <a:moveTo>
                      <a:pt x="239" y="7053"/>
                    </a:moveTo>
                    <a:lnTo>
                      <a:pt x="43824446" y="0"/>
                    </a:lnTo>
                    <a:cubicBezTo>
                      <a:pt x="43822869" y="1937217"/>
                      <a:pt x="43821293" y="3874434"/>
                      <a:pt x="43819716" y="5811651"/>
                    </a:cubicBezTo>
                    <a:cubicBezTo>
                      <a:pt x="38268362" y="4032785"/>
                      <a:pt x="30438085" y="2966157"/>
                      <a:pt x="21917405" y="3009824"/>
                    </a:cubicBezTo>
                    <a:cubicBezTo>
                      <a:pt x="14614291" y="3047251"/>
                      <a:pt x="6453731" y="3277510"/>
                      <a:pt x="457" y="5798748"/>
                    </a:cubicBezTo>
                    <a:cubicBezTo>
                      <a:pt x="-1036" y="3861504"/>
                      <a:pt x="1732" y="1944297"/>
                      <a:pt x="239" y="7053"/>
                    </a:cubicBezTo>
                    <a:close/>
                  </a:path>
                </a:pathLst>
              </a:custGeom>
              <a:gradFill flip="none" rotWithShape="1">
                <a:gsLst>
                  <a:gs pos="0">
                    <a:schemeClr val="accent6"/>
                  </a:gs>
                  <a:gs pos="100000">
                    <a:schemeClr val="accent4"/>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6">
                <a:extLst>
                  <a:ext uri="{FF2B5EF4-FFF2-40B4-BE49-F238E27FC236}">
                    <a16:creationId xmlns:a16="http://schemas.microsoft.com/office/drawing/2014/main" xmlns="" id="{5ADB6F1A-D59F-5647-B841-ED353E404227}"/>
                  </a:ext>
                </a:extLst>
              </p:cNvPr>
              <p:cNvSpPr/>
              <p:nvPr userDrawn="1"/>
            </p:nvSpPr>
            <p:spPr>
              <a:xfrm>
                <a:off x="-4323" y="5744"/>
                <a:ext cx="27440229" cy="4555641"/>
              </a:xfrm>
              <a:custGeom>
                <a:avLst/>
                <a:gdLst>
                  <a:gd name="connsiteX0" fmla="*/ 0 w 43891200"/>
                  <a:gd name="connsiteY0" fmla="*/ 0 h 7027483"/>
                  <a:gd name="connsiteX1" fmla="*/ 43891200 w 43891200"/>
                  <a:gd name="connsiteY1" fmla="*/ 0 h 7027483"/>
                  <a:gd name="connsiteX2" fmla="*/ 43891200 w 43891200"/>
                  <a:gd name="connsiteY2" fmla="*/ 7027483 h 7027483"/>
                  <a:gd name="connsiteX3" fmla="*/ 0 w 43891200"/>
                  <a:gd name="connsiteY3" fmla="*/ 7027483 h 7027483"/>
                  <a:gd name="connsiteX4" fmla="*/ 0 w 43891200"/>
                  <a:gd name="connsiteY4"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617527 w 43891200"/>
                  <a:gd name="connsiteY3" fmla="*/ 6999261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968081"/>
                  <a:gd name="connsiteY0" fmla="*/ 0 h 6688809"/>
                  <a:gd name="connsiteX1" fmla="*/ 43891200 w 43968081"/>
                  <a:gd name="connsiteY1" fmla="*/ 0 h 6688809"/>
                  <a:gd name="connsiteX2" fmla="*/ 43968081 w 43968081"/>
                  <a:gd name="connsiteY2" fmla="*/ 6358199 h 6688809"/>
                  <a:gd name="connsiteX3" fmla="*/ 21448200 w 43968081"/>
                  <a:gd name="connsiteY3" fmla="*/ 3838305 h 6688809"/>
                  <a:gd name="connsiteX4" fmla="*/ 28221 w 43968081"/>
                  <a:gd name="connsiteY4" fmla="*/ 6688809 h 6688809"/>
                  <a:gd name="connsiteX5" fmla="*/ 0 w 43968081"/>
                  <a:gd name="connsiteY5" fmla="*/ 0 h 6688809"/>
                  <a:gd name="connsiteX0" fmla="*/ 0 w 43891200"/>
                  <a:gd name="connsiteY0" fmla="*/ 0 h 6688809"/>
                  <a:gd name="connsiteX1" fmla="*/ 43891200 w 43891200"/>
                  <a:gd name="connsiteY1" fmla="*/ 0 h 6688809"/>
                  <a:gd name="connsiteX2" fmla="*/ 43793664 w 43891200"/>
                  <a:gd name="connsiteY2" fmla="*/ 6218350 h 6688809"/>
                  <a:gd name="connsiteX3" fmla="*/ 21448200 w 43891200"/>
                  <a:gd name="connsiteY3" fmla="*/ 3838305 h 6688809"/>
                  <a:gd name="connsiteX4" fmla="*/ 28221 w 43891200"/>
                  <a:gd name="connsiteY4" fmla="*/ 6688809 h 6688809"/>
                  <a:gd name="connsiteX5" fmla="*/ 0 w 43891200"/>
                  <a:gd name="connsiteY5" fmla="*/ 0 h 6688809"/>
                  <a:gd name="connsiteX0" fmla="*/ 0 w 43891200"/>
                  <a:gd name="connsiteY0" fmla="*/ 0 h 6688809"/>
                  <a:gd name="connsiteX1" fmla="*/ 43891200 w 43891200"/>
                  <a:gd name="connsiteY1" fmla="*/ 0 h 6688809"/>
                  <a:gd name="connsiteX2" fmla="*/ 43823938 w 43891200"/>
                  <a:gd name="connsiteY2" fmla="*/ 6183672 h 6688809"/>
                  <a:gd name="connsiteX3" fmla="*/ 21448200 w 43891200"/>
                  <a:gd name="connsiteY3" fmla="*/ 3838305 h 6688809"/>
                  <a:gd name="connsiteX4" fmla="*/ 28221 w 43891200"/>
                  <a:gd name="connsiteY4" fmla="*/ 6688809 h 6688809"/>
                  <a:gd name="connsiteX5" fmla="*/ 0 w 43891200"/>
                  <a:gd name="connsiteY5" fmla="*/ 0 h 6688809"/>
                  <a:gd name="connsiteX0" fmla="*/ 0 w 43823938"/>
                  <a:gd name="connsiteY0" fmla="*/ 0 h 6688809"/>
                  <a:gd name="connsiteX1" fmla="*/ 43800376 w 43823938"/>
                  <a:gd name="connsiteY1" fmla="*/ 0 h 6688809"/>
                  <a:gd name="connsiteX2" fmla="*/ 43823938 w 43823938"/>
                  <a:gd name="connsiteY2" fmla="*/ 6183672 h 6688809"/>
                  <a:gd name="connsiteX3" fmla="*/ 21448200 w 43823938"/>
                  <a:gd name="connsiteY3" fmla="*/ 3838305 h 6688809"/>
                  <a:gd name="connsiteX4" fmla="*/ 28221 w 43823938"/>
                  <a:gd name="connsiteY4" fmla="*/ 6688809 h 6688809"/>
                  <a:gd name="connsiteX5" fmla="*/ 0 w 43823938"/>
                  <a:gd name="connsiteY5" fmla="*/ 0 h 6688809"/>
                  <a:gd name="connsiteX0" fmla="*/ 0 w 43883631"/>
                  <a:gd name="connsiteY0" fmla="*/ 0 h 6688809"/>
                  <a:gd name="connsiteX1" fmla="*/ 43883631 w 43883631"/>
                  <a:gd name="connsiteY1" fmla="*/ 41614 h 6688809"/>
                  <a:gd name="connsiteX2" fmla="*/ 43823938 w 43883631"/>
                  <a:gd name="connsiteY2" fmla="*/ 6183672 h 6688809"/>
                  <a:gd name="connsiteX3" fmla="*/ 21448200 w 43883631"/>
                  <a:gd name="connsiteY3" fmla="*/ 3838305 h 6688809"/>
                  <a:gd name="connsiteX4" fmla="*/ 28221 w 43883631"/>
                  <a:gd name="connsiteY4" fmla="*/ 6688809 h 6688809"/>
                  <a:gd name="connsiteX5" fmla="*/ 0 w 43883631"/>
                  <a:gd name="connsiteY5" fmla="*/ 0 h 6688809"/>
                  <a:gd name="connsiteX0" fmla="*/ 0 w 43876062"/>
                  <a:gd name="connsiteY0" fmla="*/ 0 h 6688809"/>
                  <a:gd name="connsiteX1" fmla="*/ 43876062 w 43876062"/>
                  <a:gd name="connsiteY1" fmla="*/ 6936 h 6688809"/>
                  <a:gd name="connsiteX2" fmla="*/ 43823938 w 43876062"/>
                  <a:gd name="connsiteY2" fmla="*/ 6183672 h 6688809"/>
                  <a:gd name="connsiteX3" fmla="*/ 21448200 w 43876062"/>
                  <a:gd name="connsiteY3" fmla="*/ 3838305 h 6688809"/>
                  <a:gd name="connsiteX4" fmla="*/ 28221 w 43876062"/>
                  <a:gd name="connsiteY4" fmla="*/ 6688809 h 6688809"/>
                  <a:gd name="connsiteX5" fmla="*/ 0 w 43876062"/>
                  <a:gd name="connsiteY5" fmla="*/ 0 h 6688809"/>
                  <a:gd name="connsiteX0" fmla="*/ 0 w 43883634"/>
                  <a:gd name="connsiteY0" fmla="*/ 6936 h 6695745"/>
                  <a:gd name="connsiteX1" fmla="*/ 43883634 w 43883634"/>
                  <a:gd name="connsiteY1" fmla="*/ 0 h 6695745"/>
                  <a:gd name="connsiteX2" fmla="*/ 43823938 w 43883634"/>
                  <a:gd name="connsiteY2" fmla="*/ 6190608 h 6695745"/>
                  <a:gd name="connsiteX3" fmla="*/ 21448200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448200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86368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871047 w 43883634"/>
                  <a:gd name="connsiteY3" fmla="*/ 3810016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82633 w 43883634"/>
                  <a:gd name="connsiteY3" fmla="*/ 3782129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1837"/>
                  <a:gd name="connsiteX1" fmla="*/ 43883634 w 43883634"/>
                  <a:gd name="connsiteY1" fmla="*/ 0 h 6691837"/>
                  <a:gd name="connsiteX2" fmla="*/ 43827740 w 43883634"/>
                  <a:gd name="connsiteY2" fmla="*/ 6180150 h 6691837"/>
                  <a:gd name="connsiteX3" fmla="*/ 21911623 w 43883634"/>
                  <a:gd name="connsiteY3" fmla="*/ 3791425 h 6691837"/>
                  <a:gd name="connsiteX4" fmla="*/ 66513 w 43883634"/>
                  <a:gd name="connsiteY4" fmla="*/ 6691837 h 6691837"/>
                  <a:gd name="connsiteX5" fmla="*/ 0 w 43883634"/>
                  <a:gd name="connsiteY5" fmla="*/ 6936 h 6691837"/>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23933 w 43834140"/>
                  <a:gd name="connsiteY0" fmla="*/ 15369 h 6695746"/>
                  <a:gd name="connsiteX1" fmla="*/ 43834140 w 43834140"/>
                  <a:gd name="connsiteY1" fmla="*/ 0 h 6695746"/>
                  <a:gd name="connsiteX2" fmla="*/ 43778245 w 43834140"/>
                  <a:gd name="connsiteY2" fmla="*/ 5777889 h 6695746"/>
                  <a:gd name="connsiteX3" fmla="*/ 21862129 w 43834140"/>
                  <a:gd name="connsiteY3" fmla="*/ 3791425 h 6695746"/>
                  <a:gd name="connsiteX4" fmla="*/ 0 w 43834140"/>
                  <a:gd name="connsiteY4" fmla="*/ 6695746 h 6695746"/>
                  <a:gd name="connsiteX5" fmla="*/ 23933 w 43834140"/>
                  <a:gd name="connsiteY5" fmla="*/ 15369 h 6695746"/>
                  <a:gd name="connsiteX0" fmla="*/ 1414 w 43848334"/>
                  <a:gd name="connsiteY0" fmla="*/ 15369 h 6695746"/>
                  <a:gd name="connsiteX1" fmla="*/ 43848334 w 43848334"/>
                  <a:gd name="connsiteY1" fmla="*/ 0 h 6695746"/>
                  <a:gd name="connsiteX2" fmla="*/ 43792439 w 43848334"/>
                  <a:gd name="connsiteY2" fmla="*/ 5777889 h 6695746"/>
                  <a:gd name="connsiteX3" fmla="*/ 21876323 w 43848334"/>
                  <a:gd name="connsiteY3" fmla="*/ 3791425 h 6695746"/>
                  <a:gd name="connsiteX4" fmla="*/ 14194 w 43848334"/>
                  <a:gd name="connsiteY4" fmla="*/ 6695746 h 6695746"/>
                  <a:gd name="connsiteX5" fmla="*/ 1414 w 43848334"/>
                  <a:gd name="connsiteY5" fmla="*/ 15369 h 6695746"/>
                  <a:gd name="connsiteX0" fmla="*/ 1414 w 43792439"/>
                  <a:gd name="connsiteY0" fmla="*/ 6936 h 6687313"/>
                  <a:gd name="connsiteX1" fmla="*/ 43729019 w 43792439"/>
                  <a:gd name="connsiteY1" fmla="*/ 0 h 6687313"/>
                  <a:gd name="connsiteX2" fmla="*/ 43792439 w 43792439"/>
                  <a:gd name="connsiteY2" fmla="*/ 5769456 h 6687313"/>
                  <a:gd name="connsiteX3" fmla="*/ 21876323 w 43792439"/>
                  <a:gd name="connsiteY3" fmla="*/ 3782992 h 6687313"/>
                  <a:gd name="connsiteX4" fmla="*/ 14194 w 43792439"/>
                  <a:gd name="connsiteY4" fmla="*/ 6687313 h 6687313"/>
                  <a:gd name="connsiteX5" fmla="*/ 1414 w 43792439"/>
                  <a:gd name="connsiteY5" fmla="*/ 6936 h 6687313"/>
                  <a:gd name="connsiteX0" fmla="*/ 1414 w 43792439"/>
                  <a:gd name="connsiteY0" fmla="*/ 0 h 6680377"/>
                  <a:gd name="connsiteX1" fmla="*/ 43600524 w 43792439"/>
                  <a:gd name="connsiteY1" fmla="*/ 77395 h 6680377"/>
                  <a:gd name="connsiteX2" fmla="*/ 43792439 w 43792439"/>
                  <a:gd name="connsiteY2" fmla="*/ 5762520 h 6680377"/>
                  <a:gd name="connsiteX3" fmla="*/ 21876323 w 43792439"/>
                  <a:gd name="connsiteY3" fmla="*/ 3776056 h 6680377"/>
                  <a:gd name="connsiteX4" fmla="*/ 14194 w 43792439"/>
                  <a:gd name="connsiteY4" fmla="*/ 6680377 h 6680377"/>
                  <a:gd name="connsiteX5" fmla="*/ 1414 w 43792439"/>
                  <a:gd name="connsiteY5" fmla="*/ 0 h 6680377"/>
                  <a:gd name="connsiteX0" fmla="*/ 1414 w 43792439"/>
                  <a:gd name="connsiteY0" fmla="*/ 0 h 6680377"/>
                  <a:gd name="connsiteX1" fmla="*/ 43683128 w 43792439"/>
                  <a:gd name="connsiteY1" fmla="*/ 119561 h 6680377"/>
                  <a:gd name="connsiteX2" fmla="*/ 43792439 w 43792439"/>
                  <a:gd name="connsiteY2" fmla="*/ 5762520 h 6680377"/>
                  <a:gd name="connsiteX3" fmla="*/ 21876323 w 43792439"/>
                  <a:gd name="connsiteY3" fmla="*/ 3776056 h 6680377"/>
                  <a:gd name="connsiteX4" fmla="*/ 14194 w 43792439"/>
                  <a:gd name="connsiteY4" fmla="*/ 6680377 h 6680377"/>
                  <a:gd name="connsiteX5" fmla="*/ 1414 w 43792439"/>
                  <a:gd name="connsiteY5" fmla="*/ 0 h 6680377"/>
                  <a:gd name="connsiteX0" fmla="*/ 1414 w 43793267"/>
                  <a:gd name="connsiteY0" fmla="*/ 0 h 6680377"/>
                  <a:gd name="connsiteX1" fmla="*/ 43793267 w 43793267"/>
                  <a:gd name="connsiteY1" fmla="*/ 1497 h 6680377"/>
                  <a:gd name="connsiteX2" fmla="*/ 43792439 w 43793267"/>
                  <a:gd name="connsiteY2" fmla="*/ 5762520 h 6680377"/>
                  <a:gd name="connsiteX3" fmla="*/ 21876323 w 43793267"/>
                  <a:gd name="connsiteY3" fmla="*/ 3776056 h 6680377"/>
                  <a:gd name="connsiteX4" fmla="*/ 14194 w 43793267"/>
                  <a:gd name="connsiteY4" fmla="*/ 6680377 h 6680377"/>
                  <a:gd name="connsiteX5" fmla="*/ 1414 w 43793267"/>
                  <a:gd name="connsiteY5" fmla="*/ 0 h 668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93267" h="6680377">
                    <a:moveTo>
                      <a:pt x="1414" y="0"/>
                    </a:moveTo>
                    <a:lnTo>
                      <a:pt x="43793267" y="1497"/>
                    </a:lnTo>
                    <a:cubicBezTo>
                      <a:pt x="43793267" y="2343991"/>
                      <a:pt x="43792439" y="3420026"/>
                      <a:pt x="43792439" y="5762520"/>
                    </a:cubicBezTo>
                    <a:cubicBezTo>
                      <a:pt x="38990659" y="4549272"/>
                      <a:pt x="29172697" y="3623080"/>
                      <a:pt x="21876323" y="3776056"/>
                    </a:cubicBezTo>
                    <a:cubicBezTo>
                      <a:pt x="14579949" y="3929032"/>
                      <a:pt x="6467468" y="4159139"/>
                      <a:pt x="14194" y="6680377"/>
                    </a:cubicBezTo>
                    <a:cubicBezTo>
                      <a:pt x="22172" y="4453585"/>
                      <a:pt x="-6564" y="2226792"/>
                      <a:pt x="1414" y="0"/>
                    </a:cubicBezTo>
                    <a:close/>
                  </a:path>
                </a:pathLst>
              </a:custGeom>
              <a:gradFill flip="none" rotWithShape="1">
                <a:gsLst>
                  <a:gs pos="0">
                    <a:schemeClr val="accent6"/>
                  </a:gs>
                  <a:gs pos="10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15">
                <a:extLst>
                  <a:ext uri="{FF2B5EF4-FFF2-40B4-BE49-F238E27FC236}">
                    <a16:creationId xmlns:a16="http://schemas.microsoft.com/office/drawing/2014/main" xmlns="" id="{4F24E529-9638-6A45-9C33-1461E5833F95}"/>
                  </a:ext>
                </a:extLst>
              </p:cNvPr>
              <p:cNvSpPr/>
              <p:nvPr userDrawn="1"/>
            </p:nvSpPr>
            <p:spPr>
              <a:xfrm>
                <a:off x="-14192" y="1382"/>
                <a:ext cx="27451941" cy="4570665"/>
              </a:xfrm>
              <a:custGeom>
                <a:avLst/>
                <a:gdLst>
                  <a:gd name="connsiteX0" fmla="*/ 0 w 43891200"/>
                  <a:gd name="connsiteY0" fmla="*/ 0 h 2171777"/>
                  <a:gd name="connsiteX1" fmla="*/ 43891200 w 43891200"/>
                  <a:gd name="connsiteY1" fmla="*/ 0 h 2171777"/>
                  <a:gd name="connsiteX2" fmla="*/ 43891200 w 43891200"/>
                  <a:gd name="connsiteY2" fmla="*/ 2171777 h 2171777"/>
                  <a:gd name="connsiteX3" fmla="*/ 0 w 43891200"/>
                  <a:gd name="connsiteY3" fmla="*/ 2171777 h 2171777"/>
                  <a:gd name="connsiteX4" fmla="*/ 0 w 43891200"/>
                  <a:gd name="connsiteY4" fmla="*/ 0 h 2171777"/>
                  <a:gd name="connsiteX0" fmla="*/ 0 w 43891200"/>
                  <a:gd name="connsiteY0" fmla="*/ 0 h 2171777"/>
                  <a:gd name="connsiteX1" fmla="*/ 43891200 w 43891200"/>
                  <a:gd name="connsiteY1" fmla="*/ 0 h 2171777"/>
                  <a:gd name="connsiteX2" fmla="*/ 43891200 w 43891200"/>
                  <a:gd name="connsiteY2" fmla="*/ 2171777 h 2171777"/>
                  <a:gd name="connsiteX3" fmla="*/ 21843298 w 43891200"/>
                  <a:gd name="connsiteY3" fmla="*/ 2143554 h 2171777"/>
                  <a:gd name="connsiteX4" fmla="*/ 0 w 43891200"/>
                  <a:gd name="connsiteY4" fmla="*/ 2171777 h 2171777"/>
                  <a:gd name="connsiteX5" fmla="*/ 0 w 43891200"/>
                  <a:gd name="connsiteY5" fmla="*/ 0 h 2171777"/>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90029"/>
                  <a:gd name="connsiteX1" fmla="*/ 43891200 w 43891200"/>
                  <a:gd name="connsiteY1" fmla="*/ 0 h 5390029"/>
                  <a:gd name="connsiteX2" fmla="*/ 43891200 w 43891200"/>
                  <a:gd name="connsiteY2" fmla="*/ 2171777 h 5390029"/>
                  <a:gd name="connsiteX3" fmla="*/ 21843298 w 43891200"/>
                  <a:gd name="connsiteY3" fmla="*/ 2143554 h 5390029"/>
                  <a:gd name="connsiteX4" fmla="*/ 28221 w 43891200"/>
                  <a:gd name="connsiteY4" fmla="*/ 5360956 h 5390029"/>
                  <a:gd name="connsiteX5" fmla="*/ 0 w 43891200"/>
                  <a:gd name="connsiteY5" fmla="*/ 0 h 5390029"/>
                  <a:gd name="connsiteX0" fmla="*/ 0 w 43891200"/>
                  <a:gd name="connsiteY0" fmla="*/ 0 h 5390029"/>
                  <a:gd name="connsiteX1" fmla="*/ 43891200 w 43891200"/>
                  <a:gd name="connsiteY1" fmla="*/ 0 h 5390029"/>
                  <a:gd name="connsiteX2" fmla="*/ 43891200 w 43891200"/>
                  <a:gd name="connsiteY2" fmla="*/ 2171777 h 5390029"/>
                  <a:gd name="connsiteX3" fmla="*/ 21843298 w 43891200"/>
                  <a:gd name="connsiteY3" fmla="*/ 2143554 h 5390029"/>
                  <a:gd name="connsiteX4" fmla="*/ 28221 w 43891200"/>
                  <a:gd name="connsiteY4" fmla="*/ 5360956 h 5390029"/>
                  <a:gd name="connsiteX5" fmla="*/ 0 w 43891200"/>
                  <a:gd name="connsiteY5" fmla="*/ 0 h 5390029"/>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691988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778314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197 w 43891200"/>
                  <a:gd name="connsiteY2" fmla="*/ 2143554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197 w 43891200"/>
                  <a:gd name="connsiteY2" fmla="*/ 2143554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83162"/>
                  <a:gd name="connsiteX1" fmla="*/ 43891200 w 43891200"/>
                  <a:gd name="connsiteY1" fmla="*/ 0 h 5383162"/>
                  <a:gd name="connsiteX2" fmla="*/ 43891197 w 43891200"/>
                  <a:gd name="connsiteY2" fmla="*/ 2143554 h 5383162"/>
                  <a:gd name="connsiteX3" fmla="*/ 21843298 w 43891200"/>
                  <a:gd name="connsiteY3" fmla="*/ 1381537 h 5383162"/>
                  <a:gd name="connsiteX4" fmla="*/ 12981 w 43891200"/>
                  <a:gd name="connsiteY4" fmla="*/ 5383162 h 5383162"/>
                  <a:gd name="connsiteX5" fmla="*/ 0 w 43891200"/>
                  <a:gd name="connsiteY5" fmla="*/ 0 h 5383162"/>
                  <a:gd name="connsiteX0" fmla="*/ 0 w 43891200"/>
                  <a:gd name="connsiteY0" fmla="*/ 0 h 5353553"/>
                  <a:gd name="connsiteX1" fmla="*/ 43891200 w 43891200"/>
                  <a:gd name="connsiteY1" fmla="*/ 0 h 5353553"/>
                  <a:gd name="connsiteX2" fmla="*/ 43891197 w 43891200"/>
                  <a:gd name="connsiteY2" fmla="*/ 2143554 h 5353553"/>
                  <a:gd name="connsiteX3" fmla="*/ 21843298 w 43891200"/>
                  <a:gd name="connsiteY3" fmla="*/ 1381537 h 5353553"/>
                  <a:gd name="connsiteX4" fmla="*/ 12981 w 43891200"/>
                  <a:gd name="connsiteY4" fmla="*/ 5353553 h 5353553"/>
                  <a:gd name="connsiteX5" fmla="*/ 0 w 43891200"/>
                  <a:gd name="connsiteY5" fmla="*/ 0 h 5353553"/>
                  <a:gd name="connsiteX0" fmla="*/ 0 w 43891200"/>
                  <a:gd name="connsiteY0" fmla="*/ 0 h 5375759"/>
                  <a:gd name="connsiteX1" fmla="*/ 43891200 w 43891200"/>
                  <a:gd name="connsiteY1" fmla="*/ 0 h 5375759"/>
                  <a:gd name="connsiteX2" fmla="*/ 43891197 w 43891200"/>
                  <a:gd name="connsiteY2" fmla="*/ 2143554 h 5375759"/>
                  <a:gd name="connsiteX3" fmla="*/ 21843298 w 43891200"/>
                  <a:gd name="connsiteY3" fmla="*/ 1381537 h 5375759"/>
                  <a:gd name="connsiteX4" fmla="*/ 2821 w 43891200"/>
                  <a:gd name="connsiteY4" fmla="*/ 5375759 h 5375759"/>
                  <a:gd name="connsiteX5" fmla="*/ 0 w 43891200"/>
                  <a:gd name="connsiteY5" fmla="*/ 0 h 5375759"/>
                  <a:gd name="connsiteX0" fmla="*/ 0 w 43891200"/>
                  <a:gd name="connsiteY0" fmla="*/ 0 h 5391472"/>
                  <a:gd name="connsiteX1" fmla="*/ 43891200 w 43891200"/>
                  <a:gd name="connsiteY1" fmla="*/ 0 h 5391472"/>
                  <a:gd name="connsiteX2" fmla="*/ 43891197 w 43891200"/>
                  <a:gd name="connsiteY2" fmla="*/ 2143554 h 5391472"/>
                  <a:gd name="connsiteX3" fmla="*/ 21843298 w 43891200"/>
                  <a:gd name="connsiteY3" fmla="*/ 1381537 h 5391472"/>
                  <a:gd name="connsiteX4" fmla="*/ 24143 w 43891200"/>
                  <a:gd name="connsiteY4" fmla="*/ 5391472 h 5391472"/>
                  <a:gd name="connsiteX5" fmla="*/ 0 w 43891200"/>
                  <a:gd name="connsiteY5" fmla="*/ 0 h 5391472"/>
                  <a:gd name="connsiteX0" fmla="*/ 0 w 43891200"/>
                  <a:gd name="connsiteY0" fmla="*/ 0 h 5388329"/>
                  <a:gd name="connsiteX1" fmla="*/ 43891200 w 43891200"/>
                  <a:gd name="connsiteY1" fmla="*/ 0 h 5388329"/>
                  <a:gd name="connsiteX2" fmla="*/ 43891197 w 43891200"/>
                  <a:gd name="connsiteY2" fmla="*/ 2143554 h 5388329"/>
                  <a:gd name="connsiteX3" fmla="*/ 21843298 w 43891200"/>
                  <a:gd name="connsiteY3" fmla="*/ 1381537 h 5388329"/>
                  <a:gd name="connsiteX4" fmla="*/ 11350 w 43891200"/>
                  <a:gd name="connsiteY4" fmla="*/ 5388329 h 5388329"/>
                  <a:gd name="connsiteX5" fmla="*/ 0 w 43891200"/>
                  <a:gd name="connsiteY5" fmla="*/ 0 h 5388329"/>
                  <a:gd name="connsiteX0" fmla="*/ 0 w 43918796"/>
                  <a:gd name="connsiteY0" fmla="*/ 0 h 5388329"/>
                  <a:gd name="connsiteX1" fmla="*/ 43918796 w 43918796"/>
                  <a:gd name="connsiteY1" fmla="*/ 0 h 5388329"/>
                  <a:gd name="connsiteX2" fmla="*/ 43918793 w 43918796"/>
                  <a:gd name="connsiteY2" fmla="*/ 2143554 h 5388329"/>
                  <a:gd name="connsiteX3" fmla="*/ 21870894 w 43918796"/>
                  <a:gd name="connsiteY3" fmla="*/ 1381537 h 5388329"/>
                  <a:gd name="connsiteX4" fmla="*/ 38946 w 43918796"/>
                  <a:gd name="connsiteY4" fmla="*/ 5388329 h 5388329"/>
                  <a:gd name="connsiteX5" fmla="*/ 0 w 43918796"/>
                  <a:gd name="connsiteY5" fmla="*/ 0 h 5388329"/>
                  <a:gd name="connsiteX0" fmla="*/ 0 w 43882001"/>
                  <a:gd name="connsiteY0" fmla="*/ 6780 h 5388329"/>
                  <a:gd name="connsiteX1" fmla="*/ 43882001 w 43882001"/>
                  <a:gd name="connsiteY1" fmla="*/ 0 h 5388329"/>
                  <a:gd name="connsiteX2" fmla="*/ 43881998 w 43882001"/>
                  <a:gd name="connsiteY2" fmla="*/ 2143554 h 5388329"/>
                  <a:gd name="connsiteX3" fmla="*/ 21834099 w 43882001"/>
                  <a:gd name="connsiteY3" fmla="*/ 1381537 h 5388329"/>
                  <a:gd name="connsiteX4" fmla="*/ 2151 w 43882001"/>
                  <a:gd name="connsiteY4" fmla="*/ 5388329 h 5388329"/>
                  <a:gd name="connsiteX5" fmla="*/ 0 w 43882001"/>
                  <a:gd name="connsiteY5" fmla="*/ 6780 h 5388329"/>
                  <a:gd name="connsiteX0" fmla="*/ 0 w 43909597"/>
                  <a:gd name="connsiteY0" fmla="*/ 6780 h 5388329"/>
                  <a:gd name="connsiteX1" fmla="*/ 43909597 w 43909597"/>
                  <a:gd name="connsiteY1" fmla="*/ 0 h 5388329"/>
                  <a:gd name="connsiteX2" fmla="*/ 43909594 w 43909597"/>
                  <a:gd name="connsiteY2" fmla="*/ 2143554 h 5388329"/>
                  <a:gd name="connsiteX3" fmla="*/ 21861695 w 43909597"/>
                  <a:gd name="connsiteY3" fmla="*/ 1381537 h 5388329"/>
                  <a:gd name="connsiteX4" fmla="*/ 29747 w 43909597"/>
                  <a:gd name="connsiteY4" fmla="*/ 5388329 h 5388329"/>
                  <a:gd name="connsiteX5" fmla="*/ 0 w 43909597"/>
                  <a:gd name="connsiteY5" fmla="*/ 6780 h 5388329"/>
                  <a:gd name="connsiteX0" fmla="*/ 16283 w 43879886"/>
                  <a:gd name="connsiteY0" fmla="*/ 13560 h 5388329"/>
                  <a:gd name="connsiteX1" fmla="*/ 43879886 w 43879886"/>
                  <a:gd name="connsiteY1" fmla="*/ 0 h 5388329"/>
                  <a:gd name="connsiteX2" fmla="*/ 43879883 w 43879886"/>
                  <a:gd name="connsiteY2" fmla="*/ 2143554 h 5388329"/>
                  <a:gd name="connsiteX3" fmla="*/ 21831984 w 43879886"/>
                  <a:gd name="connsiteY3" fmla="*/ 1381537 h 5388329"/>
                  <a:gd name="connsiteX4" fmla="*/ 36 w 43879886"/>
                  <a:gd name="connsiteY4" fmla="*/ 5388329 h 5388329"/>
                  <a:gd name="connsiteX5" fmla="*/ 16283 w 43879886"/>
                  <a:gd name="connsiteY5" fmla="*/ 13560 h 5388329"/>
                  <a:gd name="connsiteX0" fmla="*/ 7118 w 43879920"/>
                  <a:gd name="connsiteY0" fmla="*/ 6780 h 5388329"/>
                  <a:gd name="connsiteX1" fmla="*/ 43879920 w 43879920"/>
                  <a:gd name="connsiteY1" fmla="*/ 0 h 5388329"/>
                  <a:gd name="connsiteX2" fmla="*/ 43879917 w 43879920"/>
                  <a:gd name="connsiteY2" fmla="*/ 2143554 h 5388329"/>
                  <a:gd name="connsiteX3" fmla="*/ 21832018 w 43879920"/>
                  <a:gd name="connsiteY3" fmla="*/ 1381537 h 5388329"/>
                  <a:gd name="connsiteX4" fmla="*/ 70 w 43879920"/>
                  <a:gd name="connsiteY4" fmla="*/ 5388329 h 5388329"/>
                  <a:gd name="connsiteX5" fmla="*/ 7118 w 43879920"/>
                  <a:gd name="connsiteY5" fmla="*/ 6780 h 5388329"/>
                  <a:gd name="connsiteX0" fmla="*/ 0 w 43900399"/>
                  <a:gd name="connsiteY0" fmla="*/ 0 h 5388329"/>
                  <a:gd name="connsiteX1" fmla="*/ 43900399 w 43900399"/>
                  <a:gd name="connsiteY1" fmla="*/ 0 h 5388329"/>
                  <a:gd name="connsiteX2" fmla="*/ 43900396 w 43900399"/>
                  <a:gd name="connsiteY2" fmla="*/ 2143554 h 5388329"/>
                  <a:gd name="connsiteX3" fmla="*/ 21852497 w 43900399"/>
                  <a:gd name="connsiteY3" fmla="*/ 1381537 h 5388329"/>
                  <a:gd name="connsiteX4" fmla="*/ 20549 w 43900399"/>
                  <a:gd name="connsiteY4" fmla="*/ 5388329 h 5388329"/>
                  <a:gd name="connsiteX5" fmla="*/ 0 w 43900399"/>
                  <a:gd name="connsiteY5" fmla="*/ 0 h 5388329"/>
                  <a:gd name="connsiteX0" fmla="*/ 0 w 43900396"/>
                  <a:gd name="connsiteY0" fmla="*/ 0 h 5388329"/>
                  <a:gd name="connsiteX1" fmla="*/ 43854405 w 43900396"/>
                  <a:gd name="connsiteY1" fmla="*/ 27119 h 5388329"/>
                  <a:gd name="connsiteX2" fmla="*/ 43900396 w 43900396"/>
                  <a:gd name="connsiteY2" fmla="*/ 2143554 h 5388329"/>
                  <a:gd name="connsiteX3" fmla="*/ 21852497 w 43900396"/>
                  <a:gd name="connsiteY3" fmla="*/ 1381537 h 5388329"/>
                  <a:gd name="connsiteX4" fmla="*/ 20549 w 43900396"/>
                  <a:gd name="connsiteY4" fmla="*/ 5388329 h 5388329"/>
                  <a:gd name="connsiteX5" fmla="*/ 0 w 43900396"/>
                  <a:gd name="connsiteY5" fmla="*/ 0 h 5388329"/>
                  <a:gd name="connsiteX0" fmla="*/ 0 w 43900398"/>
                  <a:gd name="connsiteY0" fmla="*/ 0 h 5388329"/>
                  <a:gd name="connsiteX1" fmla="*/ 43900398 w 43900398"/>
                  <a:gd name="connsiteY1" fmla="*/ 6780 h 5388329"/>
                  <a:gd name="connsiteX2" fmla="*/ 43900396 w 43900398"/>
                  <a:gd name="connsiteY2" fmla="*/ 2143554 h 5388329"/>
                  <a:gd name="connsiteX3" fmla="*/ 21852497 w 43900398"/>
                  <a:gd name="connsiteY3" fmla="*/ 1381537 h 5388329"/>
                  <a:gd name="connsiteX4" fmla="*/ 20549 w 43900398"/>
                  <a:gd name="connsiteY4" fmla="*/ 5388329 h 5388329"/>
                  <a:gd name="connsiteX5" fmla="*/ 0 w 43900398"/>
                  <a:gd name="connsiteY5" fmla="*/ 0 h 5388329"/>
                  <a:gd name="connsiteX0" fmla="*/ 0 w 43909598"/>
                  <a:gd name="connsiteY0" fmla="*/ 0 h 5388329"/>
                  <a:gd name="connsiteX1" fmla="*/ 43909598 w 43909598"/>
                  <a:gd name="connsiteY1" fmla="*/ 6780 h 5388329"/>
                  <a:gd name="connsiteX2" fmla="*/ 43900396 w 43909598"/>
                  <a:gd name="connsiteY2" fmla="*/ 2143554 h 5388329"/>
                  <a:gd name="connsiteX3" fmla="*/ 21852497 w 43909598"/>
                  <a:gd name="connsiteY3" fmla="*/ 1381537 h 5388329"/>
                  <a:gd name="connsiteX4" fmla="*/ 20549 w 43909598"/>
                  <a:gd name="connsiteY4" fmla="*/ 5388329 h 5388329"/>
                  <a:gd name="connsiteX5" fmla="*/ 0 w 43909598"/>
                  <a:gd name="connsiteY5" fmla="*/ 0 h 538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909598" h="5388329">
                    <a:moveTo>
                      <a:pt x="0" y="0"/>
                    </a:moveTo>
                    <a:lnTo>
                      <a:pt x="43909598" y="6780"/>
                    </a:lnTo>
                    <a:cubicBezTo>
                      <a:pt x="43909597" y="719038"/>
                      <a:pt x="43900397" y="1431296"/>
                      <a:pt x="43900396" y="2143554"/>
                    </a:cubicBezTo>
                    <a:cubicBezTo>
                      <a:pt x="37284373" y="1358490"/>
                      <a:pt x="29162993" y="845303"/>
                      <a:pt x="21852497" y="1381537"/>
                    </a:cubicBezTo>
                    <a:cubicBezTo>
                      <a:pt x="14542001" y="1917771"/>
                      <a:pt x="6144574" y="2782191"/>
                      <a:pt x="20549" y="5388329"/>
                    </a:cubicBezTo>
                    <a:cubicBezTo>
                      <a:pt x="19609" y="3596409"/>
                      <a:pt x="940" y="1791920"/>
                      <a:pt x="0" y="0"/>
                    </a:cubicBezTo>
                    <a:close/>
                  </a:path>
                </a:pathLst>
              </a:custGeom>
              <a:gradFill flip="none" rotWithShape="1">
                <a:gsLst>
                  <a:gs pos="0">
                    <a:schemeClr val="tx2"/>
                  </a:gs>
                  <a:gs pos="10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n>
                    <a:noFill/>
                  </a:ln>
                  <a:solidFill>
                    <a:schemeClr val="accent1"/>
                  </a:solidFill>
                </a:endParaRPr>
              </a:p>
            </p:txBody>
          </p:sp>
        </p:grpSp>
      </p:grpSp>
    </p:spTree>
    <p:extLst>
      <p:ext uri="{BB962C8B-B14F-4D97-AF65-F5344CB8AC3E}">
        <p14:creationId xmlns:p14="http://schemas.microsoft.com/office/powerpoint/2010/main" xmlns="" val="221702795"/>
      </p:ext>
    </p:extLst>
  </p:cSld>
  <p:clrMap bg1="lt1" tx1="dk1" bg2="lt2" tx2="dk2" accent1="accent1" accent2="accent2" accent3="accent3" accent4="accent4" accent5="accent5" accent6="accent6" hlink="hlink" folHlink="folHlink"/>
  <p:sldLayoutIdLst>
    <p:sldLayoutId id="2147483661" r:id="rId1"/>
  </p:sldLayoutIdLst>
  <p:txStyles>
    <p:titleStyle>
      <a:lvl1pPr algn="ctr" defTabSz="3038715" rtl="0" eaLnBrk="1" latinLnBrk="0" hangingPunct="1">
        <a:spcBef>
          <a:spcPct val="0"/>
        </a:spcBef>
        <a:buNone/>
        <a:defRPr sz="6000" kern="1200">
          <a:solidFill>
            <a:schemeClr val="bg1"/>
          </a:solidFill>
          <a:latin typeface="Trebuchet MS" pitchFamily="34" charset="0"/>
          <a:ea typeface="+mj-ea"/>
          <a:cs typeface="+mj-cs"/>
        </a:defRPr>
      </a:lvl1pPr>
    </p:titleStyle>
    <p:bodyStyle>
      <a:lvl1pPr marL="1139518" indent="-1139518" algn="l" defTabSz="3038715" rtl="0" eaLnBrk="1" latinLnBrk="0" hangingPunct="1">
        <a:spcBef>
          <a:spcPct val="20000"/>
        </a:spcBef>
        <a:buFont typeface="Arial" pitchFamily="34" charset="0"/>
        <a:buChar char="•"/>
        <a:defRPr sz="10600" kern="1200">
          <a:solidFill>
            <a:schemeClr val="tx1"/>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p:bodyStyle>
    <p:other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7" name="Rounded Rectangle 36"/>
          <p:cNvSpPr/>
          <p:nvPr userDrawn="1"/>
        </p:nvSpPr>
        <p:spPr>
          <a:xfrm>
            <a:off x="448262" y="4032656"/>
            <a:ext cx="20421441" cy="24516572"/>
          </a:xfrm>
          <a:prstGeom prst="roundRect">
            <a:avLst>
              <a:gd name="adj" fmla="val 1953"/>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p:cNvGrpSpPr/>
          <p:nvPr userDrawn="1"/>
        </p:nvGrpSpPr>
        <p:grpSpPr>
          <a:xfrm rot="10800000">
            <a:off x="-33056" y="28779870"/>
            <a:ext cx="21449567" cy="1502229"/>
            <a:chOff x="-14192" y="1382"/>
            <a:chExt cx="27451941" cy="4572641"/>
          </a:xfrm>
        </p:grpSpPr>
        <p:sp>
          <p:nvSpPr>
            <p:cNvPr id="43" name="Rectangle 16"/>
            <p:cNvSpPr/>
            <p:nvPr userDrawn="1"/>
          </p:nvSpPr>
          <p:spPr>
            <a:xfrm>
              <a:off x="4001" y="707796"/>
              <a:ext cx="27429212" cy="3866227"/>
            </a:xfrm>
            <a:custGeom>
              <a:avLst/>
              <a:gdLst>
                <a:gd name="connsiteX0" fmla="*/ 0 w 43891200"/>
                <a:gd name="connsiteY0" fmla="*/ 0 h 7027483"/>
                <a:gd name="connsiteX1" fmla="*/ 43891200 w 43891200"/>
                <a:gd name="connsiteY1" fmla="*/ 0 h 7027483"/>
                <a:gd name="connsiteX2" fmla="*/ 43891200 w 43891200"/>
                <a:gd name="connsiteY2" fmla="*/ 7027483 h 7027483"/>
                <a:gd name="connsiteX3" fmla="*/ 0 w 43891200"/>
                <a:gd name="connsiteY3" fmla="*/ 7027483 h 7027483"/>
                <a:gd name="connsiteX4" fmla="*/ 0 w 43891200"/>
                <a:gd name="connsiteY4"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617527 w 43891200"/>
                <a:gd name="connsiteY3" fmla="*/ 6999261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32864 w 43891200"/>
                <a:gd name="connsiteY3" fmla="*/ 3330294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89306 w 43891200"/>
                <a:gd name="connsiteY3" fmla="*/ 3104512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89306 w 43891200"/>
                <a:gd name="connsiteY3" fmla="*/ 3104512 h 7027483"/>
                <a:gd name="connsiteX4" fmla="*/ 84664 w 43891200"/>
                <a:gd name="connsiteY4" fmla="*/ 5531673 h 7027483"/>
                <a:gd name="connsiteX5" fmla="*/ 0 w 43891200"/>
                <a:gd name="connsiteY5" fmla="*/ 0 h 7027483"/>
                <a:gd name="connsiteX0" fmla="*/ 0 w 43891200"/>
                <a:gd name="connsiteY0" fmla="*/ 0 h 7272584"/>
                <a:gd name="connsiteX1" fmla="*/ 43891200 w 43891200"/>
                <a:gd name="connsiteY1" fmla="*/ 0 h 7272584"/>
                <a:gd name="connsiteX2" fmla="*/ 43891200 w 43891200"/>
                <a:gd name="connsiteY2" fmla="*/ 7027483 h 7272584"/>
                <a:gd name="connsiteX3" fmla="*/ 37534349 w 43891200"/>
                <a:gd name="connsiteY3" fmla="*/ 5432466 h 7272584"/>
                <a:gd name="connsiteX4" fmla="*/ 21589306 w 43891200"/>
                <a:gd name="connsiteY4" fmla="*/ 3104512 h 7272584"/>
                <a:gd name="connsiteX5" fmla="*/ 84664 w 43891200"/>
                <a:gd name="connsiteY5" fmla="*/ 5531673 h 7272584"/>
                <a:gd name="connsiteX6" fmla="*/ 0 w 43891200"/>
                <a:gd name="connsiteY6" fmla="*/ 0 h 7272584"/>
                <a:gd name="connsiteX0" fmla="*/ 0 w 43891200"/>
                <a:gd name="connsiteY0" fmla="*/ 0 h 7027483"/>
                <a:gd name="connsiteX1" fmla="*/ 43891200 w 43891200"/>
                <a:gd name="connsiteY1" fmla="*/ 0 h 7027483"/>
                <a:gd name="connsiteX2" fmla="*/ 43891200 w 43891200"/>
                <a:gd name="connsiteY2" fmla="*/ 7027483 h 7027483"/>
                <a:gd name="connsiteX3" fmla="*/ 37534349 w 43891200"/>
                <a:gd name="connsiteY3" fmla="*/ 5432466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423313 w 43891200"/>
                <a:gd name="connsiteY4" fmla="*/ 3012175 h 7027483"/>
                <a:gd name="connsiteX5" fmla="*/ 84664 w 43891200"/>
                <a:gd name="connsiteY5" fmla="*/ 5531673 h 7027483"/>
                <a:gd name="connsiteX6" fmla="*/ 0 w 43891200"/>
                <a:gd name="connsiteY6" fmla="*/ 0 h 7027483"/>
                <a:gd name="connsiteX0" fmla="*/ 0 w 43891200"/>
                <a:gd name="connsiteY0" fmla="*/ 0 h 6029592"/>
                <a:gd name="connsiteX1" fmla="*/ 43891200 w 43891200"/>
                <a:gd name="connsiteY1" fmla="*/ 0 h 6029592"/>
                <a:gd name="connsiteX2" fmla="*/ 43852760 w 43891200"/>
                <a:gd name="connsiteY2" fmla="*/ 6029592 h 6029592"/>
                <a:gd name="connsiteX3" fmla="*/ 37534347 w 43891200"/>
                <a:gd name="connsiteY3" fmla="*/ 5179307 h 6029592"/>
                <a:gd name="connsiteX4" fmla="*/ 21423313 w 43891200"/>
                <a:gd name="connsiteY4" fmla="*/ 3012175 h 6029592"/>
                <a:gd name="connsiteX5" fmla="*/ 84664 w 43891200"/>
                <a:gd name="connsiteY5" fmla="*/ 5531673 h 6029592"/>
                <a:gd name="connsiteX6" fmla="*/ 0 w 43891200"/>
                <a:gd name="connsiteY6" fmla="*/ 0 h 6029592"/>
                <a:gd name="connsiteX0" fmla="*/ 0 w 43891200"/>
                <a:gd name="connsiteY0" fmla="*/ 0 h 6029592"/>
                <a:gd name="connsiteX1" fmla="*/ 43891200 w 43891200"/>
                <a:gd name="connsiteY1" fmla="*/ 0 h 6029592"/>
                <a:gd name="connsiteX2" fmla="*/ 43852760 w 43891200"/>
                <a:gd name="connsiteY2" fmla="*/ 6029592 h 6029592"/>
                <a:gd name="connsiteX3" fmla="*/ 36342689 w 43891200"/>
                <a:gd name="connsiteY3" fmla="*/ 4466527 h 6029592"/>
                <a:gd name="connsiteX4" fmla="*/ 21423313 w 43891200"/>
                <a:gd name="connsiteY4" fmla="*/ 3012175 h 6029592"/>
                <a:gd name="connsiteX5" fmla="*/ 84664 w 43891200"/>
                <a:gd name="connsiteY5" fmla="*/ 5531673 h 6029592"/>
                <a:gd name="connsiteX6" fmla="*/ 0 w 43891200"/>
                <a:gd name="connsiteY6" fmla="*/ 0 h 6029592"/>
                <a:gd name="connsiteX0" fmla="*/ 0 w 43891200"/>
                <a:gd name="connsiteY0" fmla="*/ 0 h 6079664"/>
                <a:gd name="connsiteX1" fmla="*/ 43891200 w 43891200"/>
                <a:gd name="connsiteY1" fmla="*/ 0 h 6079664"/>
                <a:gd name="connsiteX2" fmla="*/ 43852760 w 43891200"/>
                <a:gd name="connsiteY2" fmla="*/ 6029592 h 6079664"/>
                <a:gd name="connsiteX3" fmla="*/ 21423313 w 43891200"/>
                <a:gd name="connsiteY3" fmla="*/ 3012175 h 6079664"/>
                <a:gd name="connsiteX4" fmla="*/ 84664 w 43891200"/>
                <a:gd name="connsiteY4" fmla="*/ 5531673 h 6079664"/>
                <a:gd name="connsiteX5" fmla="*/ 0 w 43891200"/>
                <a:gd name="connsiteY5" fmla="*/ 0 h 6079664"/>
                <a:gd name="connsiteX0" fmla="*/ 0 w 43891200"/>
                <a:gd name="connsiteY0" fmla="*/ 0 h 6029592"/>
                <a:gd name="connsiteX1" fmla="*/ 43891200 w 43891200"/>
                <a:gd name="connsiteY1" fmla="*/ 0 h 6029592"/>
                <a:gd name="connsiteX2" fmla="*/ 43852760 w 43891200"/>
                <a:gd name="connsiteY2" fmla="*/ 6029592 h 6029592"/>
                <a:gd name="connsiteX3" fmla="*/ 21423313 w 43891200"/>
                <a:gd name="connsiteY3" fmla="*/ 3012175 h 6029592"/>
                <a:gd name="connsiteX4" fmla="*/ 84664 w 43891200"/>
                <a:gd name="connsiteY4" fmla="*/ 5531673 h 6029592"/>
                <a:gd name="connsiteX5" fmla="*/ 0 w 43891200"/>
                <a:gd name="connsiteY5" fmla="*/ 0 h 6029592"/>
                <a:gd name="connsiteX0" fmla="*/ 0 w 43891200"/>
                <a:gd name="connsiteY0" fmla="*/ 0 h 6029592"/>
                <a:gd name="connsiteX1" fmla="*/ 43891200 w 43891200"/>
                <a:gd name="connsiteY1" fmla="*/ 0 h 6029592"/>
                <a:gd name="connsiteX2" fmla="*/ 43852760 w 43891200"/>
                <a:gd name="connsiteY2" fmla="*/ 6029592 h 6029592"/>
                <a:gd name="connsiteX3" fmla="*/ 21423313 w 43891200"/>
                <a:gd name="connsiteY3" fmla="*/ 3012175 h 6029592"/>
                <a:gd name="connsiteX4" fmla="*/ 84664 w 43891200"/>
                <a:gd name="connsiteY4" fmla="*/ 5531673 h 6029592"/>
                <a:gd name="connsiteX5" fmla="*/ 0 w 43891200"/>
                <a:gd name="connsiteY5" fmla="*/ 0 h 6029592"/>
                <a:gd name="connsiteX0" fmla="*/ 0 w 43891200"/>
                <a:gd name="connsiteY0" fmla="*/ 0 h 5887037"/>
                <a:gd name="connsiteX1" fmla="*/ 43891200 w 43891200"/>
                <a:gd name="connsiteY1" fmla="*/ 0 h 5887037"/>
                <a:gd name="connsiteX2" fmla="*/ 43814321 w 43891200"/>
                <a:gd name="connsiteY2" fmla="*/ 5887037 h 5887037"/>
                <a:gd name="connsiteX3" fmla="*/ 21423313 w 43891200"/>
                <a:gd name="connsiteY3" fmla="*/ 3012175 h 5887037"/>
                <a:gd name="connsiteX4" fmla="*/ 84664 w 43891200"/>
                <a:gd name="connsiteY4" fmla="*/ 5531673 h 5887037"/>
                <a:gd name="connsiteX5" fmla="*/ 0 w 43891200"/>
                <a:gd name="connsiteY5" fmla="*/ 0 h 5887037"/>
                <a:gd name="connsiteX0" fmla="*/ 0 w 43891200"/>
                <a:gd name="connsiteY0" fmla="*/ 0 h 5745966"/>
                <a:gd name="connsiteX1" fmla="*/ 43891200 w 43891200"/>
                <a:gd name="connsiteY1" fmla="*/ 0 h 5745966"/>
                <a:gd name="connsiteX2" fmla="*/ 43814319 w 43891200"/>
                <a:gd name="connsiteY2" fmla="*/ 5745966 h 5745966"/>
                <a:gd name="connsiteX3" fmla="*/ 21423313 w 43891200"/>
                <a:gd name="connsiteY3" fmla="*/ 3012175 h 5745966"/>
                <a:gd name="connsiteX4" fmla="*/ 84664 w 43891200"/>
                <a:gd name="connsiteY4" fmla="*/ 5531673 h 5745966"/>
                <a:gd name="connsiteX5" fmla="*/ 0 w 43891200"/>
                <a:gd name="connsiteY5" fmla="*/ 0 h 5745966"/>
                <a:gd name="connsiteX0" fmla="*/ 0 w 43891200"/>
                <a:gd name="connsiteY0" fmla="*/ 0 h 5774180"/>
                <a:gd name="connsiteX1" fmla="*/ 43891200 w 43891200"/>
                <a:gd name="connsiteY1" fmla="*/ 0 h 5774180"/>
                <a:gd name="connsiteX2" fmla="*/ 43814319 w 43891200"/>
                <a:gd name="connsiteY2" fmla="*/ 5774180 h 5774180"/>
                <a:gd name="connsiteX3" fmla="*/ 21423313 w 43891200"/>
                <a:gd name="connsiteY3" fmla="*/ 3012175 h 5774180"/>
                <a:gd name="connsiteX4" fmla="*/ 84664 w 43891200"/>
                <a:gd name="connsiteY4" fmla="*/ 5531673 h 5774180"/>
                <a:gd name="connsiteX5" fmla="*/ 0 w 43891200"/>
                <a:gd name="connsiteY5" fmla="*/ 0 h 5774180"/>
                <a:gd name="connsiteX0" fmla="*/ 6633 w 43897833"/>
                <a:gd name="connsiteY0" fmla="*/ 0 h 5774180"/>
                <a:gd name="connsiteX1" fmla="*/ 43897833 w 43897833"/>
                <a:gd name="connsiteY1" fmla="*/ 0 h 5774180"/>
                <a:gd name="connsiteX2" fmla="*/ 43820952 w 43897833"/>
                <a:gd name="connsiteY2" fmla="*/ 5774180 h 5774180"/>
                <a:gd name="connsiteX3" fmla="*/ 21429946 w 43897833"/>
                <a:gd name="connsiteY3" fmla="*/ 3012175 h 5774180"/>
                <a:gd name="connsiteX4" fmla="*/ 0 w 43897833"/>
                <a:gd name="connsiteY4" fmla="*/ 5757386 h 5774180"/>
                <a:gd name="connsiteX5" fmla="*/ 6633 w 43897833"/>
                <a:gd name="connsiteY5" fmla="*/ 0 h 5774180"/>
                <a:gd name="connsiteX0" fmla="*/ 6633 w 43897833"/>
                <a:gd name="connsiteY0" fmla="*/ 0 h 5785600"/>
                <a:gd name="connsiteX1" fmla="*/ 43897833 w 43897833"/>
                <a:gd name="connsiteY1" fmla="*/ 0 h 5785600"/>
                <a:gd name="connsiteX2" fmla="*/ 43820952 w 43897833"/>
                <a:gd name="connsiteY2" fmla="*/ 5774180 h 5785600"/>
                <a:gd name="connsiteX3" fmla="*/ 21429946 w 43897833"/>
                <a:gd name="connsiteY3" fmla="*/ 3012175 h 5785600"/>
                <a:gd name="connsiteX4" fmla="*/ 0 w 43897833"/>
                <a:gd name="connsiteY4" fmla="*/ 5785600 h 5785600"/>
                <a:gd name="connsiteX5" fmla="*/ 6633 w 43897833"/>
                <a:gd name="connsiteY5" fmla="*/ 0 h 5785600"/>
                <a:gd name="connsiteX0" fmla="*/ 6633 w 43897833"/>
                <a:gd name="connsiteY0" fmla="*/ 0 h 5785600"/>
                <a:gd name="connsiteX1" fmla="*/ 43897833 w 43897833"/>
                <a:gd name="connsiteY1" fmla="*/ 0 h 5785600"/>
                <a:gd name="connsiteX2" fmla="*/ 43829914 w 43897833"/>
                <a:gd name="connsiteY2" fmla="*/ 5757562 h 5785600"/>
                <a:gd name="connsiteX3" fmla="*/ 21429946 w 43897833"/>
                <a:gd name="connsiteY3" fmla="*/ 3012175 h 5785600"/>
                <a:gd name="connsiteX4" fmla="*/ 0 w 43897833"/>
                <a:gd name="connsiteY4" fmla="*/ 5785600 h 5785600"/>
                <a:gd name="connsiteX5" fmla="*/ 6633 w 43897833"/>
                <a:gd name="connsiteY5" fmla="*/ 0 h 5785600"/>
                <a:gd name="connsiteX0" fmla="*/ 6633 w 43884390"/>
                <a:gd name="connsiteY0" fmla="*/ 4153 h 5789753"/>
                <a:gd name="connsiteX1" fmla="*/ 43884390 w 43884390"/>
                <a:gd name="connsiteY1" fmla="*/ 0 h 5789753"/>
                <a:gd name="connsiteX2" fmla="*/ 43829914 w 43884390"/>
                <a:gd name="connsiteY2" fmla="*/ 5761715 h 5789753"/>
                <a:gd name="connsiteX3" fmla="*/ 21429946 w 43884390"/>
                <a:gd name="connsiteY3" fmla="*/ 3016328 h 5789753"/>
                <a:gd name="connsiteX4" fmla="*/ 0 w 43884390"/>
                <a:gd name="connsiteY4" fmla="*/ 5789753 h 5789753"/>
                <a:gd name="connsiteX5" fmla="*/ 6633 w 43884390"/>
                <a:gd name="connsiteY5" fmla="*/ 4153 h 5789753"/>
                <a:gd name="connsiteX0" fmla="*/ 6633 w 43884392"/>
                <a:gd name="connsiteY0" fmla="*/ 0 h 5785600"/>
                <a:gd name="connsiteX1" fmla="*/ 43884392 w 43884392"/>
                <a:gd name="connsiteY1" fmla="*/ 1 h 5785600"/>
                <a:gd name="connsiteX2" fmla="*/ 43829914 w 43884392"/>
                <a:gd name="connsiteY2" fmla="*/ 5757562 h 5785600"/>
                <a:gd name="connsiteX3" fmla="*/ 21429946 w 43884392"/>
                <a:gd name="connsiteY3" fmla="*/ 3012175 h 5785600"/>
                <a:gd name="connsiteX4" fmla="*/ 0 w 43884392"/>
                <a:gd name="connsiteY4" fmla="*/ 5785600 h 5785600"/>
                <a:gd name="connsiteX5" fmla="*/ 6633 w 43884392"/>
                <a:gd name="connsiteY5" fmla="*/ 0 h 5785600"/>
                <a:gd name="connsiteX0" fmla="*/ 6633 w 43876785"/>
                <a:gd name="connsiteY0" fmla="*/ 7053 h 5792653"/>
                <a:gd name="connsiteX1" fmla="*/ 43876785 w 43876785"/>
                <a:gd name="connsiteY1" fmla="*/ 0 h 5792653"/>
                <a:gd name="connsiteX2" fmla="*/ 43829914 w 43876785"/>
                <a:gd name="connsiteY2" fmla="*/ 5764615 h 5792653"/>
                <a:gd name="connsiteX3" fmla="*/ 21429946 w 43876785"/>
                <a:gd name="connsiteY3" fmla="*/ 3019228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429946 w 43876785"/>
                <a:gd name="connsiteY3" fmla="*/ 3019228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852793 w 43876785"/>
                <a:gd name="connsiteY3" fmla="*/ 301922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852793 w 43876785"/>
                <a:gd name="connsiteY3" fmla="*/ 301922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64377 w 43876785"/>
                <a:gd name="connsiteY3" fmla="*/ 300041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44088 w 43876785"/>
                <a:gd name="connsiteY3" fmla="*/ 300041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801199"/>
                <a:gd name="connsiteX1" fmla="*/ 43876785 w 43876785"/>
                <a:gd name="connsiteY1" fmla="*/ 0 h 5801199"/>
                <a:gd name="connsiteX2" fmla="*/ 43831664 w 43876785"/>
                <a:gd name="connsiteY2" fmla="*/ 5801199 h 5801199"/>
                <a:gd name="connsiteX3" fmla="*/ 21923799 w 43876785"/>
                <a:gd name="connsiteY3" fmla="*/ 3009824 h 5801199"/>
                <a:gd name="connsiteX4" fmla="*/ 0 w 43876785"/>
                <a:gd name="connsiteY4" fmla="*/ 5792653 h 5801199"/>
                <a:gd name="connsiteX5" fmla="*/ 6633 w 43876785"/>
                <a:gd name="connsiteY5" fmla="*/ 7053 h 5801199"/>
                <a:gd name="connsiteX0" fmla="*/ 6633 w 43876785"/>
                <a:gd name="connsiteY0" fmla="*/ 7053 h 5811651"/>
                <a:gd name="connsiteX1" fmla="*/ 43876785 w 43876785"/>
                <a:gd name="connsiteY1" fmla="*/ 0 h 5811651"/>
                <a:gd name="connsiteX2" fmla="*/ 43826110 w 43876785"/>
                <a:gd name="connsiteY2" fmla="*/ 5811651 h 5811651"/>
                <a:gd name="connsiteX3" fmla="*/ 21923799 w 43876785"/>
                <a:gd name="connsiteY3" fmla="*/ 3009824 h 5811651"/>
                <a:gd name="connsiteX4" fmla="*/ 0 w 43876785"/>
                <a:gd name="connsiteY4" fmla="*/ 5792653 h 5811651"/>
                <a:gd name="connsiteX5" fmla="*/ 6633 w 43876785"/>
                <a:gd name="connsiteY5" fmla="*/ 7053 h 5811651"/>
                <a:gd name="connsiteX0" fmla="*/ -1 w 43870151"/>
                <a:gd name="connsiteY0" fmla="*/ 7053 h 5818785"/>
                <a:gd name="connsiteX1" fmla="*/ 43870151 w 43870151"/>
                <a:gd name="connsiteY1" fmla="*/ 0 h 5818785"/>
                <a:gd name="connsiteX2" fmla="*/ 43819476 w 43870151"/>
                <a:gd name="connsiteY2" fmla="*/ 5811651 h 5818785"/>
                <a:gd name="connsiteX3" fmla="*/ 21917165 w 43870151"/>
                <a:gd name="connsiteY3" fmla="*/ 3009824 h 5818785"/>
                <a:gd name="connsiteX4" fmla="*/ 4477 w 43870151"/>
                <a:gd name="connsiteY4" fmla="*/ 5818785 h 5818785"/>
                <a:gd name="connsiteX5" fmla="*/ -1 w 43870151"/>
                <a:gd name="connsiteY5" fmla="*/ 7053 h 5818785"/>
                <a:gd name="connsiteX0" fmla="*/ 239 w 43870391"/>
                <a:gd name="connsiteY0" fmla="*/ 7053 h 5814778"/>
                <a:gd name="connsiteX1" fmla="*/ 43870391 w 43870391"/>
                <a:gd name="connsiteY1" fmla="*/ 0 h 5814778"/>
                <a:gd name="connsiteX2" fmla="*/ 43819716 w 43870391"/>
                <a:gd name="connsiteY2" fmla="*/ 5811651 h 5814778"/>
                <a:gd name="connsiteX3" fmla="*/ 21917405 w 43870391"/>
                <a:gd name="connsiteY3" fmla="*/ 3009824 h 5814778"/>
                <a:gd name="connsiteX4" fmla="*/ 457 w 43870391"/>
                <a:gd name="connsiteY4" fmla="*/ 5814778 h 5814778"/>
                <a:gd name="connsiteX5" fmla="*/ 239 w 43870391"/>
                <a:gd name="connsiteY5" fmla="*/ 7053 h 5814778"/>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806763 h 5811651"/>
                <a:gd name="connsiteX5" fmla="*/ 239 w 43870391"/>
                <a:gd name="connsiteY5" fmla="*/ 7053 h 5811651"/>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798748 h 5811651"/>
                <a:gd name="connsiteX5" fmla="*/ 239 w 43870391"/>
                <a:gd name="connsiteY5" fmla="*/ 7053 h 5811651"/>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798748 h 5811651"/>
                <a:gd name="connsiteX5" fmla="*/ 239 w 43870391"/>
                <a:gd name="connsiteY5" fmla="*/ 7053 h 5811651"/>
                <a:gd name="connsiteX0" fmla="*/ 239 w 43842825"/>
                <a:gd name="connsiteY0" fmla="*/ 7053 h 5811651"/>
                <a:gd name="connsiteX1" fmla="*/ 43842825 w 43842825"/>
                <a:gd name="connsiteY1" fmla="*/ 0 h 5811651"/>
                <a:gd name="connsiteX2" fmla="*/ 43819716 w 43842825"/>
                <a:gd name="connsiteY2" fmla="*/ 5811651 h 5811651"/>
                <a:gd name="connsiteX3" fmla="*/ 21917405 w 43842825"/>
                <a:gd name="connsiteY3" fmla="*/ 3009824 h 5811651"/>
                <a:gd name="connsiteX4" fmla="*/ 457 w 43842825"/>
                <a:gd name="connsiteY4" fmla="*/ 5798748 h 5811651"/>
                <a:gd name="connsiteX5" fmla="*/ 239 w 43842825"/>
                <a:gd name="connsiteY5" fmla="*/ 7053 h 5811651"/>
                <a:gd name="connsiteX0" fmla="*/ 239 w 43824446"/>
                <a:gd name="connsiteY0" fmla="*/ 7053 h 5811651"/>
                <a:gd name="connsiteX1" fmla="*/ 43824446 w 43824446"/>
                <a:gd name="connsiteY1" fmla="*/ 0 h 5811651"/>
                <a:gd name="connsiteX2" fmla="*/ 43819716 w 43824446"/>
                <a:gd name="connsiteY2" fmla="*/ 5811651 h 5811651"/>
                <a:gd name="connsiteX3" fmla="*/ 21917405 w 43824446"/>
                <a:gd name="connsiteY3" fmla="*/ 3009824 h 5811651"/>
                <a:gd name="connsiteX4" fmla="*/ 457 w 43824446"/>
                <a:gd name="connsiteY4" fmla="*/ 5798748 h 5811651"/>
                <a:gd name="connsiteX5" fmla="*/ 239 w 43824446"/>
                <a:gd name="connsiteY5" fmla="*/ 7053 h 581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24446" h="5811651">
                  <a:moveTo>
                    <a:pt x="239" y="7053"/>
                  </a:moveTo>
                  <a:lnTo>
                    <a:pt x="43824446" y="0"/>
                  </a:lnTo>
                  <a:cubicBezTo>
                    <a:pt x="43822869" y="1937217"/>
                    <a:pt x="43821293" y="3874434"/>
                    <a:pt x="43819716" y="5811651"/>
                  </a:cubicBezTo>
                  <a:cubicBezTo>
                    <a:pt x="38268362" y="4032785"/>
                    <a:pt x="30438085" y="2966157"/>
                    <a:pt x="21917405" y="3009824"/>
                  </a:cubicBezTo>
                  <a:cubicBezTo>
                    <a:pt x="14614291" y="3047251"/>
                    <a:pt x="6453731" y="3277510"/>
                    <a:pt x="457" y="5798748"/>
                  </a:cubicBezTo>
                  <a:cubicBezTo>
                    <a:pt x="-1036" y="3861504"/>
                    <a:pt x="1732" y="1944297"/>
                    <a:pt x="239" y="7053"/>
                  </a:cubicBezTo>
                  <a:close/>
                </a:path>
              </a:pathLst>
            </a:custGeom>
            <a:gradFill flip="none" rotWithShape="1">
              <a:gsLst>
                <a:gs pos="0">
                  <a:schemeClr val="accent6"/>
                </a:gs>
                <a:gs pos="100000">
                  <a:schemeClr val="accent4"/>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Rectangle 16"/>
            <p:cNvSpPr/>
            <p:nvPr userDrawn="1"/>
          </p:nvSpPr>
          <p:spPr>
            <a:xfrm>
              <a:off x="-4323" y="5744"/>
              <a:ext cx="27440229" cy="4555641"/>
            </a:xfrm>
            <a:custGeom>
              <a:avLst/>
              <a:gdLst>
                <a:gd name="connsiteX0" fmla="*/ 0 w 43891200"/>
                <a:gd name="connsiteY0" fmla="*/ 0 h 7027483"/>
                <a:gd name="connsiteX1" fmla="*/ 43891200 w 43891200"/>
                <a:gd name="connsiteY1" fmla="*/ 0 h 7027483"/>
                <a:gd name="connsiteX2" fmla="*/ 43891200 w 43891200"/>
                <a:gd name="connsiteY2" fmla="*/ 7027483 h 7027483"/>
                <a:gd name="connsiteX3" fmla="*/ 0 w 43891200"/>
                <a:gd name="connsiteY3" fmla="*/ 7027483 h 7027483"/>
                <a:gd name="connsiteX4" fmla="*/ 0 w 43891200"/>
                <a:gd name="connsiteY4"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617527 w 43891200"/>
                <a:gd name="connsiteY3" fmla="*/ 6999261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968081"/>
                <a:gd name="connsiteY0" fmla="*/ 0 h 6688809"/>
                <a:gd name="connsiteX1" fmla="*/ 43891200 w 43968081"/>
                <a:gd name="connsiteY1" fmla="*/ 0 h 6688809"/>
                <a:gd name="connsiteX2" fmla="*/ 43968081 w 43968081"/>
                <a:gd name="connsiteY2" fmla="*/ 6358199 h 6688809"/>
                <a:gd name="connsiteX3" fmla="*/ 21448200 w 43968081"/>
                <a:gd name="connsiteY3" fmla="*/ 3838305 h 6688809"/>
                <a:gd name="connsiteX4" fmla="*/ 28221 w 43968081"/>
                <a:gd name="connsiteY4" fmla="*/ 6688809 h 6688809"/>
                <a:gd name="connsiteX5" fmla="*/ 0 w 43968081"/>
                <a:gd name="connsiteY5" fmla="*/ 0 h 6688809"/>
                <a:gd name="connsiteX0" fmla="*/ 0 w 43891200"/>
                <a:gd name="connsiteY0" fmla="*/ 0 h 6688809"/>
                <a:gd name="connsiteX1" fmla="*/ 43891200 w 43891200"/>
                <a:gd name="connsiteY1" fmla="*/ 0 h 6688809"/>
                <a:gd name="connsiteX2" fmla="*/ 43793664 w 43891200"/>
                <a:gd name="connsiteY2" fmla="*/ 6218350 h 6688809"/>
                <a:gd name="connsiteX3" fmla="*/ 21448200 w 43891200"/>
                <a:gd name="connsiteY3" fmla="*/ 3838305 h 6688809"/>
                <a:gd name="connsiteX4" fmla="*/ 28221 w 43891200"/>
                <a:gd name="connsiteY4" fmla="*/ 6688809 h 6688809"/>
                <a:gd name="connsiteX5" fmla="*/ 0 w 43891200"/>
                <a:gd name="connsiteY5" fmla="*/ 0 h 6688809"/>
                <a:gd name="connsiteX0" fmla="*/ 0 w 43891200"/>
                <a:gd name="connsiteY0" fmla="*/ 0 h 6688809"/>
                <a:gd name="connsiteX1" fmla="*/ 43891200 w 43891200"/>
                <a:gd name="connsiteY1" fmla="*/ 0 h 6688809"/>
                <a:gd name="connsiteX2" fmla="*/ 43823938 w 43891200"/>
                <a:gd name="connsiteY2" fmla="*/ 6183672 h 6688809"/>
                <a:gd name="connsiteX3" fmla="*/ 21448200 w 43891200"/>
                <a:gd name="connsiteY3" fmla="*/ 3838305 h 6688809"/>
                <a:gd name="connsiteX4" fmla="*/ 28221 w 43891200"/>
                <a:gd name="connsiteY4" fmla="*/ 6688809 h 6688809"/>
                <a:gd name="connsiteX5" fmla="*/ 0 w 43891200"/>
                <a:gd name="connsiteY5" fmla="*/ 0 h 6688809"/>
                <a:gd name="connsiteX0" fmla="*/ 0 w 43823938"/>
                <a:gd name="connsiteY0" fmla="*/ 0 h 6688809"/>
                <a:gd name="connsiteX1" fmla="*/ 43800376 w 43823938"/>
                <a:gd name="connsiteY1" fmla="*/ 0 h 6688809"/>
                <a:gd name="connsiteX2" fmla="*/ 43823938 w 43823938"/>
                <a:gd name="connsiteY2" fmla="*/ 6183672 h 6688809"/>
                <a:gd name="connsiteX3" fmla="*/ 21448200 w 43823938"/>
                <a:gd name="connsiteY3" fmla="*/ 3838305 h 6688809"/>
                <a:gd name="connsiteX4" fmla="*/ 28221 w 43823938"/>
                <a:gd name="connsiteY4" fmla="*/ 6688809 h 6688809"/>
                <a:gd name="connsiteX5" fmla="*/ 0 w 43823938"/>
                <a:gd name="connsiteY5" fmla="*/ 0 h 6688809"/>
                <a:gd name="connsiteX0" fmla="*/ 0 w 43883631"/>
                <a:gd name="connsiteY0" fmla="*/ 0 h 6688809"/>
                <a:gd name="connsiteX1" fmla="*/ 43883631 w 43883631"/>
                <a:gd name="connsiteY1" fmla="*/ 41614 h 6688809"/>
                <a:gd name="connsiteX2" fmla="*/ 43823938 w 43883631"/>
                <a:gd name="connsiteY2" fmla="*/ 6183672 h 6688809"/>
                <a:gd name="connsiteX3" fmla="*/ 21448200 w 43883631"/>
                <a:gd name="connsiteY3" fmla="*/ 3838305 h 6688809"/>
                <a:gd name="connsiteX4" fmla="*/ 28221 w 43883631"/>
                <a:gd name="connsiteY4" fmla="*/ 6688809 h 6688809"/>
                <a:gd name="connsiteX5" fmla="*/ 0 w 43883631"/>
                <a:gd name="connsiteY5" fmla="*/ 0 h 6688809"/>
                <a:gd name="connsiteX0" fmla="*/ 0 w 43876062"/>
                <a:gd name="connsiteY0" fmla="*/ 0 h 6688809"/>
                <a:gd name="connsiteX1" fmla="*/ 43876062 w 43876062"/>
                <a:gd name="connsiteY1" fmla="*/ 6936 h 6688809"/>
                <a:gd name="connsiteX2" fmla="*/ 43823938 w 43876062"/>
                <a:gd name="connsiteY2" fmla="*/ 6183672 h 6688809"/>
                <a:gd name="connsiteX3" fmla="*/ 21448200 w 43876062"/>
                <a:gd name="connsiteY3" fmla="*/ 3838305 h 6688809"/>
                <a:gd name="connsiteX4" fmla="*/ 28221 w 43876062"/>
                <a:gd name="connsiteY4" fmla="*/ 6688809 h 6688809"/>
                <a:gd name="connsiteX5" fmla="*/ 0 w 43876062"/>
                <a:gd name="connsiteY5" fmla="*/ 0 h 6688809"/>
                <a:gd name="connsiteX0" fmla="*/ 0 w 43883634"/>
                <a:gd name="connsiteY0" fmla="*/ 6936 h 6695745"/>
                <a:gd name="connsiteX1" fmla="*/ 43883634 w 43883634"/>
                <a:gd name="connsiteY1" fmla="*/ 0 h 6695745"/>
                <a:gd name="connsiteX2" fmla="*/ 43823938 w 43883634"/>
                <a:gd name="connsiteY2" fmla="*/ 6190608 h 6695745"/>
                <a:gd name="connsiteX3" fmla="*/ 21448200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448200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86368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871047 w 43883634"/>
                <a:gd name="connsiteY3" fmla="*/ 3810016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82633 w 43883634"/>
                <a:gd name="connsiteY3" fmla="*/ 3782129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1837"/>
                <a:gd name="connsiteX1" fmla="*/ 43883634 w 43883634"/>
                <a:gd name="connsiteY1" fmla="*/ 0 h 6691837"/>
                <a:gd name="connsiteX2" fmla="*/ 43827740 w 43883634"/>
                <a:gd name="connsiteY2" fmla="*/ 6180150 h 6691837"/>
                <a:gd name="connsiteX3" fmla="*/ 21911623 w 43883634"/>
                <a:gd name="connsiteY3" fmla="*/ 3791425 h 6691837"/>
                <a:gd name="connsiteX4" fmla="*/ 66513 w 43883634"/>
                <a:gd name="connsiteY4" fmla="*/ 6691837 h 6691837"/>
                <a:gd name="connsiteX5" fmla="*/ 0 w 43883634"/>
                <a:gd name="connsiteY5" fmla="*/ 6936 h 6691837"/>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23933 w 43834140"/>
                <a:gd name="connsiteY0" fmla="*/ 15369 h 6695746"/>
                <a:gd name="connsiteX1" fmla="*/ 43834140 w 43834140"/>
                <a:gd name="connsiteY1" fmla="*/ 0 h 6695746"/>
                <a:gd name="connsiteX2" fmla="*/ 43778245 w 43834140"/>
                <a:gd name="connsiteY2" fmla="*/ 5777889 h 6695746"/>
                <a:gd name="connsiteX3" fmla="*/ 21862129 w 43834140"/>
                <a:gd name="connsiteY3" fmla="*/ 3791425 h 6695746"/>
                <a:gd name="connsiteX4" fmla="*/ 0 w 43834140"/>
                <a:gd name="connsiteY4" fmla="*/ 6695746 h 6695746"/>
                <a:gd name="connsiteX5" fmla="*/ 23933 w 43834140"/>
                <a:gd name="connsiteY5" fmla="*/ 15369 h 6695746"/>
                <a:gd name="connsiteX0" fmla="*/ 1414 w 43848334"/>
                <a:gd name="connsiteY0" fmla="*/ 15369 h 6695746"/>
                <a:gd name="connsiteX1" fmla="*/ 43848334 w 43848334"/>
                <a:gd name="connsiteY1" fmla="*/ 0 h 6695746"/>
                <a:gd name="connsiteX2" fmla="*/ 43792439 w 43848334"/>
                <a:gd name="connsiteY2" fmla="*/ 5777889 h 6695746"/>
                <a:gd name="connsiteX3" fmla="*/ 21876323 w 43848334"/>
                <a:gd name="connsiteY3" fmla="*/ 3791425 h 6695746"/>
                <a:gd name="connsiteX4" fmla="*/ 14194 w 43848334"/>
                <a:gd name="connsiteY4" fmla="*/ 6695746 h 6695746"/>
                <a:gd name="connsiteX5" fmla="*/ 1414 w 43848334"/>
                <a:gd name="connsiteY5" fmla="*/ 15369 h 6695746"/>
                <a:gd name="connsiteX0" fmla="*/ 1414 w 43792439"/>
                <a:gd name="connsiteY0" fmla="*/ 6936 h 6687313"/>
                <a:gd name="connsiteX1" fmla="*/ 43729019 w 43792439"/>
                <a:gd name="connsiteY1" fmla="*/ 0 h 6687313"/>
                <a:gd name="connsiteX2" fmla="*/ 43792439 w 43792439"/>
                <a:gd name="connsiteY2" fmla="*/ 5769456 h 6687313"/>
                <a:gd name="connsiteX3" fmla="*/ 21876323 w 43792439"/>
                <a:gd name="connsiteY3" fmla="*/ 3782992 h 6687313"/>
                <a:gd name="connsiteX4" fmla="*/ 14194 w 43792439"/>
                <a:gd name="connsiteY4" fmla="*/ 6687313 h 6687313"/>
                <a:gd name="connsiteX5" fmla="*/ 1414 w 43792439"/>
                <a:gd name="connsiteY5" fmla="*/ 6936 h 6687313"/>
                <a:gd name="connsiteX0" fmla="*/ 1414 w 43792439"/>
                <a:gd name="connsiteY0" fmla="*/ 0 h 6680377"/>
                <a:gd name="connsiteX1" fmla="*/ 43600524 w 43792439"/>
                <a:gd name="connsiteY1" fmla="*/ 77395 h 6680377"/>
                <a:gd name="connsiteX2" fmla="*/ 43792439 w 43792439"/>
                <a:gd name="connsiteY2" fmla="*/ 5762520 h 6680377"/>
                <a:gd name="connsiteX3" fmla="*/ 21876323 w 43792439"/>
                <a:gd name="connsiteY3" fmla="*/ 3776056 h 6680377"/>
                <a:gd name="connsiteX4" fmla="*/ 14194 w 43792439"/>
                <a:gd name="connsiteY4" fmla="*/ 6680377 h 6680377"/>
                <a:gd name="connsiteX5" fmla="*/ 1414 w 43792439"/>
                <a:gd name="connsiteY5" fmla="*/ 0 h 6680377"/>
                <a:gd name="connsiteX0" fmla="*/ 1414 w 43792439"/>
                <a:gd name="connsiteY0" fmla="*/ 0 h 6680377"/>
                <a:gd name="connsiteX1" fmla="*/ 43683128 w 43792439"/>
                <a:gd name="connsiteY1" fmla="*/ 119561 h 6680377"/>
                <a:gd name="connsiteX2" fmla="*/ 43792439 w 43792439"/>
                <a:gd name="connsiteY2" fmla="*/ 5762520 h 6680377"/>
                <a:gd name="connsiteX3" fmla="*/ 21876323 w 43792439"/>
                <a:gd name="connsiteY3" fmla="*/ 3776056 h 6680377"/>
                <a:gd name="connsiteX4" fmla="*/ 14194 w 43792439"/>
                <a:gd name="connsiteY4" fmla="*/ 6680377 h 6680377"/>
                <a:gd name="connsiteX5" fmla="*/ 1414 w 43792439"/>
                <a:gd name="connsiteY5" fmla="*/ 0 h 6680377"/>
                <a:gd name="connsiteX0" fmla="*/ 1414 w 43793267"/>
                <a:gd name="connsiteY0" fmla="*/ 0 h 6680377"/>
                <a:gd name="connsiteX1" fmla="*/ 43793267 w 43793267"/>
                <a:gd name="connsiteY1" fmla="*/ 1497 h 6680377"/>
                <a:gd name="connsiteX2" fmla="*/ 43792439 w 43793267"/>
                <a:gd name="connsiteY2" fmla="*/ 5762520 h 6680377"/>
                <a:gd name="connsiteX3" fmla="*/ 21876323 w 43793267"/>
                <a:gd name="connsiteY3" fmla="*/ 3776056 h 6680377"/>
                <a:gd name="connsiteX4" fmla="*/ 14194 w 43793267"/>
                <a:gd name="connsiteY4" fmla="*/ 6680377 h 6680377"/>
                <a:gd name="connsiteX5" fmla="*/ 1414 w 43793267"/>
                <a:gd name="connsiteY5" fmla="*/ 0 h 668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93267" h="6680377">
                  <a:moveTo>
                    <a:pt x="1414" y="0"/>
                  </a:moveTo>
                  <a:lnTo>
                    <a:pt x="43793267" y="1497"/>
                  </a:lnTo>
                  <a:cubicBezTo>
                    <a:pt x="43793267" y="2343991"/>
                    <a:pt x="43792439" y="3420026"/>
                    <a:pt x="43792439" y="5762520"/>
                  </a:cubicBezTo>
                  <a:cubicBezTo>
                    <a:pt x="38990659" y="4549272"/>
                    <a:pt x="29172697" y="3623080"/>
                    <a:pt x="21876323" y="3776056"/>
                  </a:cubicBezTo>
                  <a:cubicBezTo>
                    <a:pt x="14579949" y="3929032"/>
                    <a:pt x="6467468" y="4159139"/>
                    <a:pt x="14194" y="6680377"/>
                  </a:cubicBezTo>
                  <a:cubicBezTo>
                    <a:pt x="22172" y="4453585"/>
                    <a:pt x="-6564" y="2226792"/>
                    <a:pt x="1414" y="0"/>
                  </a:cubicBezTo>
                  <a:close/>
                </a:path>
              </a:pathLst>
            </a:custGeom>
            <a:gradFill flip="none" rotWithShape="1">
              <a:gsLst>
                <a:gs pos="0">
                  <a:schemeClr val="accent6"/>
                </a:gs>
                <a:gs pos="10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Rectangle 15"/>
            <p:cNvSpPr/>
            <p:nvPr userDrawn="1"/>
          </p:nvSpPr>
          <p:spPr>
            <a:xfrm>
              <a:off x="-14192" y="1382"/>
              <a:ext cx="27451941" cy="4570666"/>
            </a:xfrm>
            <a:custGeom>
              <a:avLst/>
              <a:gdLst>
                <a:gd name="connsiteX0" fmla="*/ 0 w 43891200"/>
                <a:gd name="connsiteY0" fmla="*/ 0 h 2171777"/>
                <a:gd name="connsiteX1" fmla="*/ 43891200 w 43891200"/>
                <a:gd name="connsiteY1" fmla="*/ 0 h 2171777"/>
                <a:gd name="connsiteX2" fmla="*/ 43891200 w 43891200"/>
                <a:gd name="connsiteY2" fmla="*/ 2171777 h 2171777"/>
                <a:gd name="connsiteX3" fmla="*/ 0 w 43891200"/>
                <a:gd name="connsiteY3" fmla="*/ 2171777 h 2171777"/>
                <a:gd name="connsiteX4" fmla="*/ 0 w 43891200"/>
                <a:gd name="connsiteY4" fmla="*/ 0 h 2171777"/>
                <a:gd name="connsiteX0" fmla="*/ 0 w 43891200"/>
                <a:gd name="connsiteY0" fmla="*/ 0 h 2171777"/>
                <a:gd name="connsiteX1" fmla="*/ 43891200 w 43891200"/>
                <a:gd name="connsiteY1" fmla="*/ 0 h 2171777"/>
                <a:gd name="connsiteX2" fmla="*/ 43891200 w 43891200"/>
                <a:gd name="connsiteY2" fmla="*/ 2171777 h 2171777"/>
                <a:gd name="connsiteX3" fmla="*/ 21843298 w 43891200"/>
                <a:gd name="connsiteY3" fmla="*/ 2143554 h 2171777"/>
                <a:gd name="connsiteX4" fmla="*/ 0 w 43891200"/>
                <a:gd name="connsiteY4" fmla="*/ 2171777 h 2171777"/>
                <a:gd name="connsiteX5" fmla="*/ 0 w 43891200"/>
                <a:gd name="connsiteY5" fmla="*/ 0 h 2171777"/>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90029"/>
                <a:gd name="connsiteX1" fmla="*/ 43891200 w 43891200"/>
                <a:gd name="connsiteY1" fmla="*/ 0 h 5390029"/>
                <a:gd name="connsiteX2" fmla="*/ 43891200 w 43891200"/>
                <a:gd name="connsiteY2" fmla="*/ 2171777 h 5390029"/>
                <a:gd name="connsiteX3" fmla="*/ 21843298 w 43891200"/>
                <a:gd name="connsiteY3" fmla="*/ 2143554 h 5390029"/>
                <a:gd name="connsiteX4" fmla="*/ 28221 w 43891200"/>
                <a:gd name="connsiteY4" fmla="*/ 5360956 h 5390029"/>
                <a:gd name="connsiteX5" fmla="*/ 0 w 43891200"/>
                <a:gd name="connsiteY5" fmla="*/ 0 h 5390029"/>
                <a:gd name="connsiteX0" fmla="*/ 0 w 43891200"/>
                <a:gd name="connsiteY0" fmla="*/ 0 h 5390029"/>
                <a:gd name="connsiteX1" fmla="*/ 43891200 w 43891200"/>
                <a:gd name="connsiteY1" fmla="*/ 0 h 5390029"/>
                <a:gd name="connsiteX2" fmla="*/ 43891200 w 43891200"/>
                <a:gd name="connsiteY2" fmla="*/ 2171777 h 5390029"/>
                <a:gd name="connsiteX3" fmla="*/ 21843298 w 43891200"/>
                <a:gd name="connsiteY3" fmla="*/ 2143554 h 5390029"/>
                <a:gd name="connsiteX4" fmla="*/ 28221 w 43891200"/>
                <a:gd name="connsiteY4" fmla="*/ 5360956 h 5390029"/>
                <a:gd name="connsiteX5" fmla="*/ 0 w 43891200"/>
                <a:gd name="connsiteY5" fmla="*/ 0 h 5390029"/>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691988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778314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197 w 43891200"/>
                <a:gd name="connsiteY2" fmla="*/ 2143554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197 w 43891200"/>
                <a:gd name="connsiteY2" fmla="*/ 2143554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83162"/>
                <a:gd name="connsiteX1" fmla="*/ 43891200 w 43891200"/>
                <a:gd name="connsiteY1" fmla="*/ 0 h 5383162"/>
                <a:gd name="connsiteX2" fmla="*/ 43891197 w 43891200"/>
                <a:gd name="connsiteY2" fmla="*/ 2143554 h 5383162"/>
                <a:gd name="connsiteX3" fmla="*/ 21843298 w 43891200"/>
                <a:gd name="connsiteY3" fmla="*/ 1381537 h 5383162"/>
                <a:gd name="connsiteX4" fmla="*/ 12981 w 43891200"/>
                <a:gd name="connsiteY4" fmla="*/ 5383162 h 5383162"/>
                <a:gd name="connsiteX5" fmla="*/ 0 w 43891200"/>
                <a:gd name="connsiteY5" fmla="*/ 0 h 5383162"/>
                <a:gd name="connsiteX0" fmla="*/ 0 w 43891200"/>
                <a:gd name="connsiteY0" fmla="*/ 0 h 5353553"/>
                <a:gd name="connsiteX1" fmla="*/ 43891200 w 43891200"/>
                <a:gd name="connsiteY1" fmla="*/ 0 h 5353553"/>
                <a:gd name="connsiteX2" fmla="*/ 43891197 w 43891200"/>
                <a:gd name="connsiteY2" fmla="*/ 2143554 h 5353553"/>
                <a:gd name="connsiteX3" fmla="*/ 21843298 w 43891200"/>
                <a:gd name="connsiteY3" fmla="*/ 1381537 h 5353553"/>
                <a:gd name="connsiteX4" fmla="*/ 12981 w 43891200"/>
                <a:gd name="connsiteY4" fmla="*/ 5353553 h 5353553"/>
                <a:gd name="connsiteX5" fmla="*/ 0 w 43891200"/>
                <a:gd name="connsiteY5" fmla="*/ 0 h 5353553"/>
                <a:gd name="connsiteX0" fmla="*/ 0 w 43891200"/>
                <a:gd name="connsiteY0" fmla="*/ 0 h 5375759"/>
                <a:gd name="connsiteX1" fmla="*/ 43891200 w 43891200"/>
                <a:gd name="connsiteY1" fmla="*/ 0 h 5375759"/>
                <a:gd name="connsiteX2" fmla="*/ 43891197 w 43891200"/>
                <a:gd name="connsiteY2" fmla="*/ 2143554 h 5375759"/>
                <a:gd name="connsiteX3" fmla="*/ 21843298 w 43891200"/>
                <a:gd name="connsiteY3" fmla="*/ 1381537 h 5375759"/>
                <a:gd name="connsiteX4" fmla="*/ 2821 w 43891200"/>
                <a:gd name="connsiteY4" fmla="*/ 5375759 h 5375759"/>
                <a:gd name="connsiteX5" fmla="*/ 0 w 43891200"/>
                <a:gd name="connsiteY5" fmla="*/ 0 h 5375759"/>
                <a:gd name="connsiteX0" fmla="*/ 0 w 43891200"/>
                <a:gd name="connsiteY0" fmla="*/ 0 h 5391472"/>
                <a:gd name="connsiteX1" fmla="*/ 43891200 w 43891200"/>
                <a:gd name="connsiteY1" fmla="*/ 0 h 5391472"/>
                <a:gd name="connsiteX2" fmla="*/ 43891197 w 43891200"/>
                <a:gd name="connsiteY2" fmla="*/ 2143554 h 5391472"/>
                <a:gd name="connsiteX3" fmla="*/ 21843298 w 43891200"/>
                <a:gd name="connsiteY3" fmla="*/ 1381537 h 5391472"/>
                <a:gd name="connsiteX4" fmla="*/ 24143 w 43891200"/>
                <a:gd name="connsiteY4" fmla="*/ 5391472 h 5391472"/>
                <a:gd name="connsiteX5" fmla="*/ 0 w 43891200"/>
                <a:gd name="connsiteY5" fmla="*/ 0 h 5391472"/>
                <a:gd name="connsiteX0" fmla="*/ 0 w 43891200"/>
                <a:gd name="connsiteY0" fmla="*/ 0 h 5388329"/>
                <a:gd name="connsiteX1" fmla="*/ 43891200 w 43891200"/>
                <a:gd name="connsiteY1" fmla="*/ 0 h 5388329"/>
                <a:gd name="connsiteX2" fmla="*/ 43891197 w 43891200"/>
                <a:gd name="connsiteY2" fmla="*/ 2143554 h 5388329"/>
                <a:gd name="connsiteX3" fmla="*/ 21843298 w 43891200"/>
                <a:gd name="connsiteY3" fmla="*/ 1381537 h 5388329"/>
                <a:gd name="connsiteX4" fmla="*/ 11350 w 43891200"/>
                <a:gd name="connsiteY4" fmla="*/ 5388329 h 5388329"/>
                <a:gd name="connsiteX5" fmla="*/ 0 w 43891200"/>
                <a:gd name="connsiteY5" fmla="*/ 0 h 5388329"/>
                <a:gd name="connsiteX0" fmla="*/ 0 w 43918796"/>
                <a:gd name="connsiteY0" fmla="*/ 0 h 5388329"/>
                <a:gd name="connsiteX1" fmla="*/ 43918796 w 43918796"/>
                <a:gd name="connsiteY1" fmla="*/ 0 h 5388329"/>
                <a:gd name="connsiteX2" fmla="*/ 43918793 w 43918796"/>
                <a:gd name="connsiteY2" fmla="*/ 2143554 h 5388329"/>
                <a:gd name="connsiteX3" fmla="*/ 21870894 w 43918796"/>
                <a:gd name="connsiteY3" fmla="*/ 1381537 h 5388329"/>
                <a:gd name="connsiteX4" fmla="*/ 38946 w 43918796"/>
                <a:gd name="connsiteY4" fmla="*/ 5388329 h 5388329"/>
                <a:gd name="connsiteX5" fmla="*/ 0 w 43918796"/>
                <a:gd name="connsiteY5" fmla="*/ 0 h 5388329"/>
                <a:gd name="connsiteX0" fmla="*/ 0 w 43882001"/>
                <a:gd name="connsiteY0" fmla="*/ 6780 h 5388329"/>
                <a:gd name="connsiteX1" fmla="*/ 43882001 w 43882001"/>
                <a:gd name="connsiteY1" fmla="*/ 0 h 5388329"/>
                <a:gd name="connsiteX2" fmla="*/ 43881998 w 43882001"/>
                <a:gd name="connsiteY2" fmla="*/ 2143554 h 5388329"/>
                <a:gd name="connsiteX3" fmla="*/ 21834099 w 43882001"/>
                <a:gd name="connsiteY3" fmla="*/ 1381537 h 5388329"/>
                <a:gd name="connsiteX4" fmla="*/ 2151 w 43882001"/>
                <a:gd name="connsiteY4" fmla="*/ 5388329 h 5388329"/>
                <a:gd name="connsiteX5" fmla="*/ 0 w 43882001"/>
                <a:gd name="connsiteY5" fmla="*/ 6780 h 5388329"/>
                <a:gd name="connsiteX0" fmla="*/ 0 w 43909597"/>
                <a:gd name="connsiteY0" fmla="*/ 6780 h 5388329"/>
                <a:gd name="connsiteX1" fmla="*/ 43909597 w 43909597"/>
                <a:gd name="connsiteY1" fmla="*/ 0 h 5388329"/>
                <a:gd name="connsiteX2" fmla="*/ 43909594 w 43909597"/>
                <a:gd name="connsiteY2" fmla="*/ 2143554 h 5388329"/>
                <a:gd name="connsiteX3" fmla="*/ 21861695 w 43909597"/>
                <a:gd name="connsiteY3" fmla="*/ 1381537 h 5388329"/>
                <a:gd name="connsiteX4" fmla="*/ 29747 w 43909597"/>
                <a:gd name="connsiteY4" fmla="*/ 5388329 h 5388329"/>
                <a:gd name="connsiteX5" fmla="*/ 0 w 43909597"/>
                <a:gd name="connsiteY5" fmla="*/ 6780 h 5388329"/>
                <a:gd name="connsiteX0" fmla="*/ 16283 w 43879886"/>
                <a:gd name="connsiteY0" fmla="*/ 13560 h 5388329"/>
                <a:gd name="connsiteX1" fmla="*/ 43879886 w 43879886"/>
                <a:gd name="connsiteY1" fmla="*/ 0 h 5388329"/>
                <a:gd name="connsiteX2" fmla="*/ 43879883 w 43879886"/>
                <a:gd name="connsiteY2" fmla="*/ 2143554 h 5388329"/>
                <a:gd name="connsiteX3" fmla="*/ 21831984 w 43879886"/>
                <a:gd name="connsiteY3" fmla="*/ 1381537 h 5388329"/>
                <a:gd name="connsiteX4" fmla="*/ 36 w 43879886"/>
                <a:gd name="connsiteY4" fmla="*/ 5388329 h 5388329"/>
                <a:gd name="connsiteX5" fmla="*/ 16283 w 43879886"/>
                <a:gd name="connsiteY5" fmla="*/ 13560 h 5388329"/>
                <a:gd name="connsiteX0" fmla="*/ 7118 w 43879920"/>
                <a:gd name="connsiteY0" fmla="*/ 6780 h 5388329"/>
                <a:gd name="connsiteX1" fmla="*/ 43879920 w 43879920"/>
                <a:gd name="connsiteY1" fmla="*/ 0 h 5388329"/>
                <a:gd name="connsiteX2" fmla="*/ 43879917 w 43879920"/>
                <a:gd name="connsiteY2" fmla="*/ 2143554 h 5388329"/>
                <a:gd name="connsiteX3" fmla="*/ 21832018 w 43879920"/>
                <a:gd name="connsiteY3" fmla="*/ 1381537 h 5388329"/>
                <a:gd name="connsiteX4" fmla="*/ 70 w 43879920"/>
                <a:gd name="connsiteY4" fmla="*/ 5388329 h 5388329"/>
                <a:gd name="connsiteX5" fmla="*/ 7118 w 43879920"/>
                <a:gd name="connsiteY5" fmla="*/ 6780 h 5388329"/>
                <a:gd name="connsiteX0" fmla="*/ 0 w 43900399"/>
                <a:gd name="connsiteY0" fmla="*/ 0 h 5388329"/>
                <a:gd name="connsiteX1" fmla="*/ 43900399 w 43900399"/>
                <a:gd name="connsiteY1" fmla="*/ 0 h 5388329"/>
                <a:gd name="connsiteX2" fmla="*/ 43900396 w 43900399"/>
                <a:gd name="connsiteY2" fmla="*/ 2143554 h 5388329"/>
                <a:gd name="connsiteX3" fmla="*/ 21852497 w 43900399"/>
                <a:gd name="connsiteY3" fmla="*/ 1381537 h 5388329"/>
                <a:gd name="connsiteX4" fmla="*/ 20549 w 43900399"/>
                <a:gd name="connsiteY4" fmla="*/ 5388329 h 5388329"/>
                <a:gd name="connsiteX5" fmla="*/ 0 w 43900399"/>
                <a:gd name="connsiteY5" fmla="*/ 0 h 5388329"/>
                <a:gd name="connsiteX0" fmla="*/ 0 w 43900396"/>
                <a:gd name="connsiteY0" fmla="*/ 0 h 5388329"/>
                <a:gd name="connsiteX1" fmla="*/ 43854405 w 43900396"/>
                <a:gd name="connsiteY1" fmla="*/ 27119 h 5388329"/>
                <a:gd name="connsiteX2" fmla="*/ 43900396 w 43900396"/>
                <a:gd name="connsiteY2" fmla="*/ 2143554 h 5388329"/>
                <a:gd name="connsiteX3" fmla="*/ 21852497 w 43900396"/>
                <a:gd name="connsiteY3" fmla="*/ 1381537 h 5388329"/>
                <a:gd name="connsiteX4" fmla="*/ 20549 w 43900396"/>
                <a:gd name="connsiteY4" fmla="*/ 5388329 h 5388329"/>
                <a:gd name="connsiteX5" fmla="*/ 0 w 43900396"/>
                <a:gd name="connsiteY5" fmla="*/ 0 h 5388329"/>
                <a:gd name="connsiteX0" fmla="*/ 0 w 43900398"/>
                <a:gd name="connsiteY0" fmla="*/ 0 h 5388329"/>
                <a:gd name="connsiteX1" fmla="*/ 43900398 w 43900398"/>
                <a:gd name="connsiteY1" fmla="*/ 6780 h 5388329"/>
                <a:gd name="connsiteX2" fmla="*/ 43900396 w 43900398"/>
                <a:gd name="connsiteY2" fmla="*/ 2143554 h 5388329"/>
                <a:gd name="connsiteX3" fmla="*/ 21852497 w 43900398"/>
                <a:gd name="connsiteY3" fmla="*/ 1381537 h 5388329"/>
                <a:gd name="connsiteX4" fmla="*/ 20549 w 43900398"/>
                <a:gd name="connsiteY4" fmla="*/ 5388329 h 5388329"/>
                <a:gd name="connsiteX5" fmla="*/ 0 w 43900398"/>
                <a:gd name="connsiteY5" fmla="*/ 0 h 5388329"/>
                <a:gd name="connsiteX0" fmla="*/ 0 w 43909598"/>
                <a:gd name="connsiteY0" fmla="*/ 0 h 5388329"/>
                <a:gd name="connsiteX1" fmla="*/ 43909598 w 43909598"/>
                <a:gd name="connsiteY1" fmla="*/ 6780 h 5388329"/>
                <a:gd name="connsiteX2" fmla="*/ 43900396 w 43909598"/>
                <a:gd name="connsiteY2" fmla="*/ 2143554 h 5388329"/>
                <a:gd name="connsiteX3" fmla="*/ 21852497 w 43909598"/>
                <a:gd name="connsiteY3" fmla="*/ 1381537 h 5388329"/>
                <a:gd name="connsiteX4" fmla="*/ 20549 w 43909598"/>
                <a:gd name="connsiteY4" fmla="*/ 5388329 h 5388329"/>
                <a:gd name="connsiteX5" fmla="*/ 0 w 43909598"/>
                <a:gd name="connsiteY5" fmla="*/ 0 h 538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909598" h="5388329">
                  <a:moveTo>
                    <a:pt x="0" y="0"/>
                  </a:moveTo>
                  <a:lnTo>
                    <a:pt x="43909598" y="6780"/>
                  </a:lnTo>
                  <a:cubicBezTo>
                    <a:pt x="43909597" y="719038"/>
                    <a:pt x="43900397" y="1431296"/>
                    <a:pt x="43900396" y="2143554"/>
                  </a:cubicBezTo>
                  <a:cubicBezTo>
                    <a:pt x="37284373" y="1358490"/>
                    <a:pt x="29162993" y="845303"/>
                    <a:pt x="21852497" y="1381537"/>
                  </a:cubicBezTo>
                  <a:cubicBezTo>
                    <a:pt x="14542001" y="1917771"/>
                    <a:pt x="6144574" y="2782191"/>
                    <a:pt x="20549" y="5388329"/>
                  </a:cubicBezTo>
                  <a:cubicBezTo>
                    <a:pt x="19609" y="3596409"/>
                    <a:pt x="940" y="1791920"/>
                    <a:pt x="0" y="0"/>
                  </a:cubicBezTo>
                  <a:close/>
                </a:path>
              </a:pathLst>
            </a:custGeom>
            <a:gradFill flip="none" rotWithShape="1">
              <a:gsLst>
                <a:gs pos="0">
                  <a:schemeClr val="tx2"/>
                </a:gs>
                <a:gs pos="10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n>
                  <a:noFill/>
                </a:ln>
                <a:solidFill>
                  <a:schemeClr val="accent1"/>
                </a:solidFill>
              </a:endParaRPr>
            </a:p>
          </p:txBody>
        </p:sp>
      </p:grpSp>
      <p:sp>
        <p:nvSpPr>
          <p:cNvPr id="47" name="Text Box 14"/>
          <p:cNvSpPr txBox="1">
            <a:spLocks noChangeArrowheads="1"/>
          </p:cNvSpPr>
          <p:nvPr userDrawn="1"/>
        </p:nvSpPr>
        <p:spPr bwMode="auto">
          <a:xfrm>
            <a:off x="888800" y="29628345"/>
            <a:ext cx="3786383" cy="329308"/>
          </a:xfrm>
          <a:prstGeom prst="rect">
            <a:avLst/>
          </a:prstGeom>
          <a:noFill/>
          <a:ln w="9525">
            <a:noFill/>
            <a:miter lim="800000"/>
            <a:headEnd/>
            <a:tailEnd/>
          </a:ln>
          <a:effectLst/>
        </p:spPr>
        <p:txBody>
          <a:bodyPr wrap="square" lIns="78297" tIns="39141" rIns="78297" bIns="39141">
            <a:spAutoFit/>
          </a:bodyPr>
          <a:lstStyle/>
          <a:p>
            <a:pPr eaLnBrk="0" hangingPunct="0">
              <a:lnSpc>
                <a:spcPct val="65000"/>
              </a:lnSpc>
              <a:spcBef>
                <a:spcPct val="50000"/>
              </a:spcBef>
              <a:defRPr/>
            </a:pPr>
            <a:r>
              <a:rPr lang="en-US" sz="6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050" b="1" dirty="0">
                <a:solidFill>
                  <a:schemeClr val="bg1">
                    <a:lumMod val="75000"/>
                  </a:schemeClr>
                </a:solidFill>
                <a:latin typeface="Arial" charset="0"/>
              </a:rPr>
              <a:t>www.PosterPresentations.com</a:t>
            </a:r>
          </a:p>
        </p:txBody>
      </p:sp>
      <p:graphicFrame>
        <p:nvGraphicFramePr>
          <p:cNvPr id="49" name="Table 48">
            <a:extLst>
              <a:ext uri="{FF2B5EF4-FFF2-40B4-BE49-F238E27FC236}">
                <a16:creationId xmlns:a16="http://schemas.microsoft.com/office/drawing/2014/main" xmlns="" id="{2AFE5F2C-BB0A-4649-B00B-DE9D462AF6DB}"/>
              </a:ext>
            </a:extLst>
          </p:cNvPr>
          <p:cNvGraphicFramePr>
            <a:graphicFrameLocks noGrp="1"/>
          </p:cNvGraphicFramePr>
          <p:nvPr userDrawn="1">
            <p:extLst>
              <p:ext uri="{D42A27DB-BD31-4B8C-83A1-F6EECF244321}">
                <p14:modId xmlns:p14="http://schemas.microsoft.com/office/powerpoint/2010/main" xmlns="" val="2060074139"/>
              </p:ext>
            </p:extLst>
          </p:nvPr>
        </p:nvGraphicFramePr>
        <p:xfrm>
          <a:off x="-8726467" y="34253"/>
          <a:ext cx="8117859" cy="30210616"/>
        </p:xfrm>
        <a:graphic>
          <a:graphicData uri="http://schemas.openxmlformats.org/drawingml/2006/table">
            <a:tbl>
              <a:tblPr firstRow="1" bandRow="1">
                <a:tableStyleId>{5C22544A-7EE6-4342-B048-85BDC9FD1C3A}</a:tableStyleId>
              </a:tblPr>
              <a:tblGrid>
                <a:gridCol w="3480873">
                  <a:extLst>
                    <a:ext uri="{9D8B030D-6E8A-4147-A177-3AD203B41FA5}">
                      <a16:colId xmlns:a16="http://schemas.microsoft.com/office/drawing/2014/main" xmlns="" val="20000"/>
                    </a:ext>
                  </a:extLst>
                </a:gridCol>
                <a:gridCol w="4636986">
                  <a:extLst>
                    <a:ext uri="{9D8B030D-6E8A-4147-A177-3AD203B41FA5}">
                      <a16:colId xmlns:a16="http://schemas.microsoft.com/office/drawing/2014/main" xmlns="" val="20001"/>
                    </a:ext>
                  </a:extLst>
                </a:gridCol>
              </a:tblGrid>
              <a:tr h="1170739">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200" b="0" spc="600" dirty="0">
                          <a:solidFill>
                            <a:srgbClr val="1F3A4E"/>
                          </a:solidFill>
                          <a:latin typeface="Arial Black" panose="020B0A04020102020204" pitchFamily="34" charset="0"/>
                        </a:rPr>
                        <a:t>QUICK START GUIDE</a:t>
                      </a:r>
                      <a:br>
                        <a:rPr lang="en-US" sz="3200" b="0" spc="600" dirty="0">
                          <a:solidFill>
                            <a:srgbClr val="1F3A4E"/>
                          </a:solidFill>
                          <a:latin typeface="Arial Black" panose="020B0A04020102020204" pitchFamily="34" charset="0"/>
                        </a:rPr>
                      </a:br>
                      <a:r>
                        <a:rPr lang="en-US" sz="2400" b="1" spc="0" dirty="0">
                          <a:solidFill>
                            <a:srgbClr val="FF0000"/>
                          </a:solidFill>
                          <a:latin typeface="Trebuchet MS" pitchFamily="34" charset="0"/>
                        </a:rPr>
                        <a:t>(THIS SIDEBAR WILL NOT PRINT)</a:t>
                      </a:r>
                      <a:endParaRPr lang="en-US" sz="32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xmlns="" val="10000"/>
                  </a:ext>
                </a:extLst>
              </a:tr>
              <a:tr h="3598933">
                <a:tc gridSpan="2">
                  <a:txBody>
                    <a:bodyPr/>
                    <a:lstStyle/>
                    <a:p>
                      <a:pPr defTabSz="3765639"/>
                      <a:r>
                        <a:rPr lang="en-US" sz="1800" i="0" dirty="0">
                          <a:solidFill>
                            <a:srgbClr val="D9D9D9"/>
                          </a:solidFill>
                          <a:latin typeface="Arial"/>
                          <a:cs typeface="Arial"/>
                        </a:rPr>
                        <a:t>This PowerPoint template produces a </a:t>
                      </a:r>
                      <a:r>
                        <a:rPr lang="en-US" sz="1800" i="0" dirty="0">
                          <a:solidFill>
                            <a:srgbClr val="FFC000"/>
                          </a:solidFill>
                          <a:latin typeface="Arial"/>
                          <a:cs typeface="Arial"/>
                        </a:rPr>
                        <a:t>A1 </a:t>
                      </a:r>
                      <a:r>
                        <a:rPr lang="en-US" sz="18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1800" i="0" dirty="0">
                        <a:solidFill>
                          <a:srgbClr val="D9D9D9"/>
                        </a:solidFill>
                        <a:latin typeface="Arial"/>
                        <a:cs typeface="Arial"/>
                      </a:endParaRPr>
                    </a:p>
                    <a:p>
                      <a:pPr defTabSz="3765639"/>
                      <a:r>
                        <a:rPr lang="en-US" sz="18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1800" i="0" dirty="0" err="1">
                          <a:solidFill>
                            <a:srgbClr val="FFC000"/>
                          </a:solidFill>
                          <a:latin typeface="Arial"/>
                          <a:cs typeface="Arial"/>
                        </a:rPr>
                        <a:t>PosterPresentations.com</a:t>
                      </a:r>
                      <a:r>
                        <a:rPr lang="en-US" sz="1800" i="0" dirty="0">
                          <a:solidFill>
                            <a:srgbClr val="D9D9D9"/>
                          </a:solidFill>
                          <a:latin typeface="Arial"/>
                          <a:cs typeface="Arial"/>
                        </a:rPr>
                        <a:t> and click on the  </a:t>
                      </a:r>
                      <a:r>
                        <a:rPr lang="en-US" sz="1800" i="0" dirty="0">
                          <a:solidFill>
                            <a:srgbClr val="FFC000"/>
                          </a:solidFill>
                          <a:latin typeface="Arial"/>
                          <a:cs typeface="Arial"/>
                        </a:rPr>
                        <a:t>HELP DESK</a:t>
                      </a:r>
                      <a:r>
                        <a:rPr lang="en-US" sz="1800" i="0" baseline="0" dirty="0">
                          <a:solidFill>
                            <a:srgbClr val="D9D9D9"/>
                          </a:solidFill>
                          <a:latin typeface="Arial"/>
                          <a:cs typeface="Arial"/>
                        </a:rPr>
                        <a:t> </a:t>
                      </a:r>
                      <a:r>
                        <a:rPr lang="en-US" sz="1800" i="0" dirty="0">
                          <a:solidFill>
                            <a:srgbClr val="D9D9D9"/>
                          </a:solidFill>
                          <a:latin typeface="Arial"/>
                          <a:cs typeface="Arial"/>
                        </a:rPr>
                        <a:t>tab.</a:t>
                      </a:r>
                    </a:p>
                    <a:p>
                      <a:pPr defTabSz="3765639"/>
                      <a:endParaRPr lang="en-US" sz="1800" i="0" dirty="0">
                        <a:solidFill>
                          <a:srgbClr val="D9D9D9"/>
                        </a:solidFill>
                        <a:latin typeface="Arial"/>
                        <a:cs typeface="Arial"/>
                      </a:endParaRPr>
                    </a:p>
                    <a:p>
                      <a:pPr defTabSz="3765639"/>
                      <a:r>
                        <a:rPr lang="en-US" sz="1800" i="0" dirty="0">
                          <a:solidFill>
                            <a:srgbClr val="D9D9D9"/>
                          </a:solidFill>
                          <a:latin typeface="Arial"/>
                          <a:cs typeface="Arial"/>
                        </a:rPr>
                        <a:t>To print your poster using our same-day professional printing service, go online to </a:t>
                      </a:r>
                      <a:r>
                        <a:rPr lang="en-US" sz="1800" i="0" dirty="0" err="1">
                          <a:solidFill>
                            <a:srgbClr val="FFC000"/>
                          </a:solidFill>
                          <a:latin typeface="Arial"/>
                          <a:cs typeface="Arial"/>
                        </a:rPr>
                        <a:t>PosterPresentations.com</a:t>
                      </a:r>
                      <a:r>
                        <a:rPr lang="en-US" sz="1800" i="0" dirty="0">
                          <a:solidFill>
                            <a:srgbClr val="D9D9D9"/>
                          </a:solidFill>
                          <a:latin typeface="Arial"/>
                          <a:cs typeface="Arial"/>
                        </a:rPr>
                        <a:t> and click on "</a:t>
                      </a:r>
                      <a:r>
                        <a:rPr lang="en-US" sz="1800" i="0" dirty="0">
                          <a:solidFill>
                            <a:srgbClr val="FFC000"/>
                          </a:solidFill>
                          <a:latin typeface="Arial"/>
                          <a:cs typeface="Arial"/>
                        </a:rPr>
                        <a:t>Order your poster</a:t>
                      </a:r>
                      <a:r>
                        <a:rPr lang="en-US" sz="1800" i="0" dirty="0">
                          <a:solidFill>
                            <a:srgbClr val="D9D9D9"/>
                          </a:solidFill>
                          <a:latin typeface="Arial"/>
                          <a:cs typeface="Arial"/>
                        </a:rPr>
                        <a:t>".</a:t>
                      </a:r>
                      <a:endParaRPr lang="en-US" sz="18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xmlns="" val="677555919"/>
                  </a:ext>
                </a:extLst>
              </a:tr>
              <a:tr h="4292704">
                <a:tc>
                  <a:txBody>
                    <a:bodyPr/>
                    <a:lstStyle/>
                    <a:p>
                      <a:pPr algn="ctr"/>
                      <a:endParaRPr lang="en-US" sz="1800" dirty="0">
                        <a:solidFill>
                          <a:srgbClr val="1F3A4E"/>
                        </a:solidFill>
                      </a:endParaRPr>
                    </a:p>
                    <a:p>
                      <a:pPr algn="ctr"/>
                      <a:endParaRPr lang="en-US" sz="1800" dirty="0">
                        <a:solidFill>
                          <a:srgbClr val="1F3A4E"/>
                        </a:solidFill>
                      </a:endParaRPr>
                    </a:p>
                    <a:p>
                      <a:pPr algn="ctr"/>
                      <a:r>
                        <a:rPr lang="en-US" sz="1800" dirty="0">
                          <a:solidFill>
                            <a:schemeClr val="bg1"/>
                          </a:solidFill>
                          <a:latin typeface="Arial" panose="020B0604020202020204" pitchFamily="34" charset="0"/>
                          <a:cs typeface="Arial" panose="020B0604020202020204" pitchFamily="34" charset="0"/>
                        </a:rPr>
                        <a:t>This is a poster template for a </a:t>
                      </a:r>
                      <a:br>
                        <a:rPr lang="en-US" sz="1800" dirty="0">
                          <a:solidFill>
                            <a:schemeClr val="bg1"/>
                          </a:solidFill>
                          <a:latin typeface="Arial" panose="020B0604020202020204" pitchFamily="34" charset="0"/>
                          <a:cs typeface="Arial" panose="020B0604020202020204" pitchFamily="34" charset="0"/>
                        </a:rPr>
                      </a:br>
                      <a:r>
                        <a:rPr lang="en-US" sz="3200" b="1" dirty="0">
                          <a:solidFill>
                            <a:srgbClr val="FFC000"/>
                          </a:solidFill>
                          <a:latin typeface="Arial" panose="020B0604020202020204" pitchFamily="34" charset="0"/>
                          <a:cs typeface="Arial" panose="020B0604020202020204" pitchFamily="34" charset="0"/>
                        </a:rPr>
                        <a:t>A1</a:t>
                      </a:r>
                    </a:p>
                    <a:p>
                      <a:pPr marL="0" marR="0" indent="0" algn="ctr" defTabSz="3802180" rtl="0" eaLnBrk="1" fontAlgn="auto" latinLnBrk="0" hangingPunct="1">
                        <a:lnSpc>
                          <a:spcPct val="100000"/>
                        </a:lnSpc>
                        <a:spcBef>
                          <a:spcPts val="0"/>
                        </a:spcBef>
                        <a:spcAft>
                          <a:spcPts val="0"/>
                        </a:spcAft>
                        <a:buClrTx/>
                        <a:buSzTx/>
                        <a:buFontTx/>
                        <a:buNone/>
                        <a:tabLst/>
                        <a:defRPr/>
                      </a:pPr>
                      <a:r>
                        <a:rPr lang="en-US" sz="1800" dirty="0">
                          <a:solidFill>
                            <a:srgbClr val="FFC000"/>
                          </a:solidFill>
                          <a:latin typeface="Arial" panose="020B0604020202020204" pitchFamily="34" charset="0"/>
                          <a:cs typeface="Arial" panose="020B0604020202020204" pitchFamily="34" charset="0"/>
                        </a:rPr>
                        <a:t>594mm x 841mm</a:t>
                      </a:r>
                    </a:p>
                    <a:p>
                      <a:pPr marL="0" marR="0" indent="0" algn="ctr" defTabSz="3802180" rtl="0" eaLnBrk="1" fontAlgn="auto" latinLnBrk="0" hangingPunct="1">
                        <a:lnSpc>
                          <a:spcPct val="100000"/>
                        </a:lnSpc>
                        <a:spcBef>
                          <a:spcPts val="0"/>
                        </a:spcBef>
                        <a:spcAft>
                          <a:spcPts val="0"/>
                        </a:spcAft>
                        <a:buClrTx/>
                        <a:buSzTx/>
                        <a:buFontTx/>
                        <a:buNone/>
                        <a:tabLst/>
                        <a:defRPr/>
                      </a:pPr>
                      <a:r>
                        <a:rPr lang="en-US" sz="1800" dirty="0">
                          <a:solidFill>
                            <a:srgbClr val="FFC000"/>
                          </a:solidFill>
                          <a:latin typeface="Arial" panose="020B0604020202020204" pitchFamily="34" charset="0"/>
                          <a:cs typeface="Arial" panose="020B0604020202020204" pitchFamily="34" charset="0"/>
                        </a:rPr>
                        <a:t>23.39 inches x 33.11 inches</a:t>
                      </a:r>
                      <a:r>
                        <a:rPr lang="en-US" sz="1800" dirty="0">
                          <a:solidFill>
                            <a:schemeClr val="bg1"/>
                          </a:solidFill>
                          <a:latin typeface="Arial" panose="020B0604020202020204" pitchFamily="34" charset="0"/>
                          <a:cs typeface="Arial" panose="020B0604020202020204" pitchFamily="34" charset="0"/>
                        </a:rPr>
                        <a:t/>
                      </a:r>
                      <a:br>
                        <a:rPr lang="en-US" sz="1800" dirty="0">
                          <a:solidFill>
                            <a:schemeClr val="bg1"/>
                          </a:solidFill>
                          <a:latin typeface="Arial" panose="020B0604020202020204" pitchFamily="34" charset="0"/>
                          <a:cs typeface="Arial" panose="020B0604020202020204" pitchFamily="34" charset="0"/>
                        </a:rPr>
                      </a:br>
                      <a:r>
                        <a:rPr lang="en-US" sz="1800" dirty="0">
                          <a:solidFill>
                            <a:schemeClr val="bg1"/>
                          </a:solidFill>
                          <a:latin typeface="Arial" panose="020B0604020202020204" pitchFamily="34" charset="0"/>
                          <a:cs typeface="Arial" panose="020B0604020202020204" pitchFamily="34" charset="0"/>
                        </a:rPr>
                        <a:t>research presentation poster</a:t>
                      </a:r>
                    </a:p>
                    <a:p>
                      <a:endParaRPr lang="en-US" sz="18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000" b="1" baseline="0" dirty="0">
                          <a:solidFill>
                            <a:srgbClr val="FFC000"/>
                          </a:solidFill>
                          <a:latin typeface="Arial" panose="020B0604020202020204" pitchFamily="34" charset="0"/>
                          <a:cs typeface="Arial" panose="020B0604020202020204" pitchFamily="34" charset="0"/>
                        </a:rPr>
                        <a:t>Important: Check the template size</a:t>
                      </a:r>
                      <a:r>
                        <a:rPr lang="en-US" sz="1800" b="0" baseline="0" dirty="0">
                          <a:solidFill>
                            <a:srgbClr val="FFC000"/>
                          </a:solidFill>
                          <a:latin typeface="Arial" panose="020B0604020202020204" pitchFamily="34" charset="0"/>
                          <a:cs typeface="Arial" panose="020B0604020202020204" pitchFamily="34" charset="0"/>
                        </a:rPr>
                        <a:t/>
                      </a:r>
                      <a:br>
                        <a:rPr lang="en-US" sz="1800" b="0" baseline="0" dirty="0">
                          <a:solidFill>
                            <a:srgbClr val="FFC000"/>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800" b="0" baseline="0" dirty="0">
                          <a:solidFill>
                            <a:srgbClr val="D9D9D9"/>
                          </a:solidFill>
                          <a:latin typeface="Arial" panose="020B0604020202020204" pitchFamily="34" charset="0"/>
                          <a:cs typeface="Arial" panose="020B0604020202020204" pitchFamily="34" charset="0"/>
                        </a:rPr>
                      </a:br>
                      <a:endParaRPr lang="en-US" sz="1800" b="0" baseline="0" dirty="0">
                        <a:solidFill>
                          <a:srgbClr val="FFC000"/>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xmlns="" val="10008"/>
                  </a:ext>
                </a:extLst>
              </a:tr>
              <a:tr h="3340698">
                <a:tc>
                  <a:txBody>
                    <a:bodyPr/>
                    <a:lstStyle/>
                    <a:p>
                      <a:endParaRPr lang="en-US" sz="1800" dirty="0">
                        <a:solidFill>
                          <a:srgbClr val="1F3A4E"/>
                        </a:solidFill>
                      </a:endParaRPr>
                    </a:p>
                  </a:txBody>
                  <a:tcPr>
                    <a:blipFill rotWithShape="1">
                      <a:blip r:embed="rId3"/>
                      <a:stretch>
                        <a:fillRect/>
                      </a:stretch>
                    </a:blipFill>
                  </a:tcPr>
                </a:tc>
                <a:tc>
                  <a:txBody>
                    <a:bodyPr/>
                    <a:lstStyle/>
                    <a:p>
                      <a:pPr algn="l"/>
                      <a:r>
                        <a:rPr lang="en-US" sz="2000" b="1" baseline="0" dirty="0">
                          <a:solidFill>
                            <a:srgbClr val="FFC000"/>
                          </a:solidFill>
                          <a:latin typeface="Arial" panose="020B0604020202020204" pitchFamily="34" charset="0"/>
                          <a:cs typeface="Arial" panose="020B0604020202020204" pitchFamily="34" charset="0"/>
                        </a:rPr>
                        <a:t>How to </a:t>
                      </a:r>
                      <a:r>
                        <a:rPr lang="en-US" sz="3600" b="1" baseline="0" dirty="0">
                          <a:solidFill>
                            <a:srgbClr val="FFC000"/>
                          </a:solidFill>
                          <a:latin typeface="Arial" panose="020B0604020202020204" pitchFamily="34" charset="0"/>
                          <a:cs typeface="Arial" panose="020B0604020202020204" pitchFamily="34" charset="0"/>
                        </a:rPr>
                        <a:t>Zoom in </a:t>
                      </a:r>
                      <a:r>
                        <a:rPr lang="en-US" sz="2000" b="1" baseline="0" dirty="0">
                          <a:solidFill>
                            <a:srgbClr val="FFC000"/>
                          </a:solidFill>
                          <a:latin typeface="Arial" panose="020B0604020202020204" pitchFamily="34" charset="0"/>
                          <a:cs typeface="Arial" panose="020B0604020202020204" pitchFamily="34" charset="0"/>
                        </a:rPr>
                        <a:t>and </a:t>
                      </a:r>
                      <a:r>
                        <a:rPr lang="en-US" sz="1600" b="1" baseline="0" dirty="0">
                          <a:solidFill>
                            <a:srgbClr val="FFC000"/>
                          </a:solidFill>
                          <a:latin typeface="Arial" panose="020B0604020202020204" pitchFamily="34" charset="0"/>
                          <a:cs typeface="Arial" panose="020B0604020202020204" pitchFamily="34" charset="0"/>
                        </a:rPr>
                        <a:t>out</a:t>
                      </a:r>
                      <a:endParaRPr lang="en-US" sz="2000" b="1" baseline="0" dirty="0">
                        <a:solidFill>
                          <a:srgbClr val="FFC000"/>
                        </a:solidFill>
                        <a:latin typeface="Arial" panose="020B0604020202020204" pitchFamily="34" charset="0"/>
                        <a:cs typeface="Arial" panose="020B0604020202020204" pitchFamily="34" charset="0"/>
                      </a:endParaRPr>
                    </a:p>
                    <a:p>
                      <a:pPr algn="l"/>
                      <a:r>
                        <a:rPr lang="en-US" sz="18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800" b="0" baseline="0" dirty="0">
                          <a:solidFill>
                            <a:srgbClr val="D9D9D9"/>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1. </a:t>
                      </a:r>
                      <a:r>
                        <a:rPr lang="en-US" sz="18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800" b="0" baseline="0" dirty="0">
                          <a:solidFill>
                            <a:srgbClr val="D9D9D9"/>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2. </a:t>
                      </a:r>
                      <a:r>
                        <a:rPr lang="en-US" sz="18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xmlns="" val="10001"/>
                  </a:ext>
                </a:extLst>
              </a:tr>
              <a:tr h="1994589">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000" b="1" baseline="0" dirty="0">
                          <a:solidFill>
                            <a:srgbClr val="FFC000"/>
                          </a:solidFill>
                          <a:latin typeface="Arial" panose="020B0604020202020204" pitchFamily="34" charset="0"/>
                          <a:cs typeface="Arial" panose="020B0604020202020204" pitchFamily="34" charset="0"/>
                        </a:rPr>
                        <a:t>Ruler and Guides</a:t>
                      </a:r>
                      <a:r>
                        <a:rPr lang="en-US" sz="1800" b="0" baseline="0" dirty="0">
                          <a:solidFill>
                            <a:srgbClr val="FFC000"/>
                          </a:solidFill>
                          <a:latin typeface="Arial" panose="020B0604020202020204" pitchFamily="34" charset="0"/>
                          <a:cs typeface="Arial" panose="020B0604020202020204" pitchFamily="34" charset="0"/>
                        </a:rPr>
                        <a:t/>
                      </a:r>
                      <a:br>
                        <a:rPr lang="en-US" sz="1800" b="0" baseline="0" dirty="0">
                          <a:solidFill>
                            <a:srgbClr val="FFC000"/>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xmlns="" val="10002"/>
                  </a:ext>
                </a:extLst>
              </a:tr>
              <a:tr h="3945819">
                <a:tc>
                  <a:txBody>
                    <a:bodyPr/>
                    <a:lstStyle/>
                    <a:p>
                      <a:endParaRPr lang="en-US" sz="1800" dirty="0">
                        <a:solidFill>
                          <a:srgbClr val="1F3A4E"/>
                        </a:solidFill>
                      </a:endParaRPr>
                    </a:p>
                  </a:txBody>
                  <a:tcPr>
                    <a:blipFill rotWithShape="1">
                      <a:blip r:embed="rId4"/>
                      <a:stretch>
                        <a:fillRect/>
                      </a:stretch>
                    </a:blipFill>
                  </a:tcPr>
                </a:tc>
                <a:tc>
                  <a:txBody>
                    <a:bodyPr/>
                    <a:lstStyle/>
                    <a:p>
                      <a:pPr marL="0" lvl="1" indent="0" algn="l" defTabSz="114300"/>
                      <a:r>
                        <a:rPr lang="en-US" sz="2000" b="1" baseline="0" dirty="0">
                          <a:solidFill>
                            <a:srgbClr val="FFC000"/>
                          </a:solidFill>
                          <a:latin typeface="Arial" panose="020B0604020202020204" pitchFamily="34" charset="0"/>
                          <a:cs typeface="Arial" panose="020B0604020202020204" pitchFamily="34" charset="0"/>
                        </a:rPr>
                        <a:t>Headers and text containers</a:t>
                      </a:r>
                      <a:r>
                        <a:rPr lang="en-US" sz="1800" b="0" baseline="0" dirty="0">
                          <a:solidFill>
                            <a:schemeClr val="bg1"/>
                          </a:solidFill>
                          <a:latin typeface="Arial" panose="020B0604020202020204" pitchFamily="34" charset="0"/>
                          <a:cs typeface="Arial" panose="020B0604020202020204" pitchFamily="34" charset="0"/>
                        </a:rPr>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r>
                        <a:rPr lang="en-US" sz="1800" b="0" baseline="0" dirty="0">
                          <a:solidFill>
                            <a:schemeClr val="bg1"/>
                          </a:solidFill>
                          <a:latin typeface="Arial" panose="020B0604020202020204" pitchFamily="34" charset="0"/>
                          <a:cs typeface="Arial" panose="020B0604020202020204" pitchFamily="34" charset="0"/>
                        </a:rPr>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Click inside a section header to add its text. </a:t>
                      </a:r>
                      <a:r>
                        <a:rPr lang="en-US" sz="1800" b="0" baseline="0" dirty="0">
                          <a:solidFill>
                            <a:schemeClr val="bg1"/>
                          </a:solidFill>
                          <a:latin typeface="Arial" panose="020B0604020202020204" pitchFamily="34" charset="0"/>
                          <a:cs typeface="Arial" panose="020B0604020202020204" pitchFamily="34" charset="0"/>
                        </a:rPr>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r>
                        <a:rPr lang="en-US" sz="1800" b="0" baseline="0" dirty="0">
                          <a:solidFill>
                            <a:schemeClr val="bg1"/>
                          </a:solidFill>
                          <a:latin typeface="Arial" panose="020B0604020202020204" pitchFamily="34" charset="0"/>
                          <a:cs typeface="Arial" panose="020B0604020202020204" pitchFamily="34" charset="0"/>
                        </a:rPr>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xmlns="" val="10003"/>
                  </a:ext>
                </a:extLst>
              </a:tr>
              <a:tr h="3208687">
                <a:tc gridSpan="2">
                  <a:txBody>
                    <a:bodyPr/>
                    <a:lstStyle/>
                    <a:p>
                      <a:r>
                        <a:rPr lang="en-US" sz="2000" b="1" dirty="0">
                          <a:solidFill>
                            <a:srgbClr val="FFC000"/>
                          </a:solidFill>
                          <a:latin typeface="Arial" panose="020B0604020202020204" pitchFamily="34" charset="0"/>
                          <a:cs typeface="Arial" panose="020B0604020202020204" pitchFamily="34" charset="0"/>
                        </a:rPr>
                        <a:t>Adding content to the poster</a:t>
                      </a:r>
                    </a:p>
                    <a:p>
                      <a:r>
                        <a:rPr lang="en-US" sz="18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8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8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xmlns="" val="10004"/>
                  </a:ext>
                </a:extLst>
              </a:tr>
              <a:tr h="212467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xmlns="" val="10005"/>
                  </a:ext>
                </a:extLst>
              </a:tr>
              <a:tr h="1868684">
                <a:tc gridSpan="2">
                  <a:txBody>
                    <a:bodyPr/>
                    <a:lstStyle/>
                    <a:p>
                      <a:endParaRPr lang="en-US" sz="18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xmlns="" val="10006"/>
                  </a:ext>
                </a:extLst>
              </a:tr>
              <a:tr h="206781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xmlns="" val="10007"/>
                  </a:ext>
                </a:extLst>
              </a:tr>
              <a:tr h="2597279">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8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xmlns="" val="10010"/>
                  </a:ext>
                </a:extLst>
              </a:tr>
            </a:tbl>
          </a:graphicData>
        </a:graphic>
      </p:graphicFrame>
      <p:graphicFrame>
        <p:nvGraphicFramePr>
          <p:cNvPr id="14" name="Table 13">
            <a:extLst>
              <a:ext uri="{FF2B5EF4-FFF2-40B4-BE49-F238E27FC236}">
                <a16:creationId xmlns:a16="http://schemas.microsoft.com/office/drawing/2014/main" xmlns="" id="{BDB74FE4-238B-438E-8119-935C79D0A4FA}"/>
              </a:ext>
            </a:extLst>
          </p:cNvPr>
          <p:cNvGraphicFramePr>
            <a:graphicFrameLocks noGrp="1"/>
          </p:cNvGraphicFramePr>
          <p:nvPr userDrawn="1">
            <p:extLst>
              <p:ext uri="{D42A27DB-BD31-4B8C-83A1-F6EECF244321}">
                <p14:modId xmlns:p14="http://schemas.microsoft.com/office/powerpoint/2010/main" xmlns="" val="3584649807"/>
              </p:ext>
            </p:extLst>
          </p:nvPr>
        </p:nvGraphicFramePr>
        <p:xfrm>
          <a:off x="21937684" y="-142032"/>
          <a:ext cx="8060660" cy="30794622"/>
        </p:xfrm>
        <a:graphic>
          <a:graphicData uri="http://schemas.openxmlformats.org/drawingml/2006/table">
            <a:tbl>
              <a:tblPr firstRow="1" bandRow="1">
                <a:tableStyleId>{5C22544A-7EE6-4342-B048-85BDC9FD1C3A}</a:tableStyleId>
              </a:tblPr>
              <a:tblGrid>
                <a:gridCol w="3162981">
                  <a:extLst>
                    <a:ext uri="{9D8B030D-6E8A-4147-A177-3AD203B41FA5}">
                      <a16:colId xmlns:a16="http://schemas.microsoft.com/office/drawing/2014/main" xmlns="" val="20000"/>
                    </a:ext>
                  </a:extLst>
                </a:gridCol>
                <a:gridCol w="950236">
                  <a:extLst>
                    <a:ext uri="{9D8B030D-6E8A-4147-A177-3AD203B41FA5}">
                      <a16:colId xmlns:a16="http://schemas.microsoft.com/office/drawing/2014/main" xmlns="" val="764104496"/>
                    </a:ext>
                  </a:extLst>
                </a:gridCol>
                <a:gridCol w="3947443">
                  <a:extLst>
                    <a:ext uri="{9D8B030D-6E8A-4147-A177-3AD203B41FA5}">
                      <a16:colId xmlns:a16="http://schemas.microsoft.com/office/drawing/2014/main" xmlns="" val="4164475170"/>
                    </a:ext>
                  </a:extLst>
                </a:gridCol>
              </a:tblGrid>
              <a:tr h="1205727">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200" b="0" spc="600" dirty="0">
                          <a:solidFill>
                            <a:srgbClr val="1F3A4E"/>
                          </a:solidFill>
                          <a:latin typeface="Arial Black" panose="020B0A04020102020204" pitchFamily="34" charset="0"/>
                        </a:rPr>
                        <a:t>QUICK START GUIDE</a:t>
                      </a:r>
                      <a:br>
                        <a:rPr lang="en-US" sz="3200" b="0" spc="600" dirty="0">
                          <a:solidFill>
                            <a:srgbClr val="1F3A4E"/>
                          </a:solidFill>
                          <a:latin typeface="Arial Black" panose="020B0A04020102020204" pitchFamily="34" charset="0"/>
                        </a:rPr>
                      </a:br>
                      <a:r>
                        <a:rPr lang="en-US" sz="2400" b="1" spc="0" dirty="0">
                          <a:solidFill>
                            <a:srgbClr val="FF0000"/>
                          </a:solidFill>
                          <a:latin typeface="Trebuchet MS" pitchFamily="34" charset="0"/>
                        </a:rPr>
                        <a:t>(THIS SIDEBAR WILL NOT PRINT)</a:t>
                      </a:r>
                      <a:endParaRPr lang="en-US" sz="32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5793258">
                <a:tc gridSpan="3">
                  <a:txBody>
                    <a:bodyPr/>
                    <a:lstStyle/>
                    <a:p>
                      <a:pPr algn="l"/>
                      <a:r>
                        <a:rPr lang="en-US" sz="20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8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800" dirty="0">
                          <a:solidFill>
                            <a:srgbClr val="FFC000"/>
                          </a:solidFill>
                          <a:hlinkClick r:id="rId7">
                            <a:extLst>
                              <a:ext uri="{A12FA001-AC4F-418D-AE19-62706E023703}">
                                <ahyp:hlinkClr xmlns:ahyp="http://schemas.microsoft.com/office/drawing/2018/hyperlinkcolor" xmlns="" val="tx"/>
                              </a:ext>
                            </a:extLst>
                          </a:hlinkClick>
                        </a:rPr>
                        <a:t>https://www.posterpresentations.com/how-to-change-the-research-poster-template-colors.html</a:t>
                      </a:r>
                      <a:endParaRPr lang="en-US" sz="1800" dirty="0">
                        <a:solidFill>
                          <a:srgbClr val="FFC000"/>
                        </a:solidFill>
                      </a:endParaRPr>
                    </a:p>
                    <a:p>
                      <a:pPr marL="0" indent="0" algn="l" defTabSz="114300"/>
                      <a:endParaRPr lang="en-US" sz="1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8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8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1"/>
                  </a:ext>
                </a:extLst>
              </a:tr>
              <a:tr h="4308046">
                <a:tc gridSpan="3">
                  <a:txBody>
                    <a:bodyPr/>
                    <a:lstStyle/>
                    <a:p>
                      <a:r>
                        <a:rPr lang="en-US" sz="2000" b="1" dirty="0">
                          <a:solidFill>
                            <a:srgbClr val="FFC000"/>
                          </a:solidFill>
                          <a:latin typeface="Arial" panose="020B0604020202020204" pitchFamily="34" charset="0"/>
                          <a:cs typeface="Arial" panose="020B0604020202020204" pitchFamily="34" charset="0"/>
                        </a:rPr>
                        <a:t>How to change the column layout configuration</a:t>
                      </a:r>
                    </a:p>
                    <a:p>
                      <a:r>
                        <a:rPr lang="en-US" sz="18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1800" dirty="0">
                          <a:solidFill>
                            <a:srgbClr val="D9D9D9"/>
                          </a:solidFill>
                          <a:latin typeface="Arial" panose="020B0604020202020204" pitchFamily="34" charset="0"/>
                          <a:cs typeface="Arial" panose="020B0604020202020204" pitchFamily="34" charset="0"/>
                        </a:rPr>
                        <a:t>You can see a tutorial here: </a:t>
                      </a:r>
                      <a:r>
                        <a:rPr lang="en-US" sz="1800" u="sng" dirty="0">
                          <a:solidFill>
                            <a:srgbClr val="FFC000"/>
                          </a:solidFill>
                          <a:latin typeface="Arial" panose="020B0604020202020204" pitchFamily="34" charset="0"/>
                          <a:cs typeface="Arial" panose="020B0604020202020204" pitchFamily="34" charset="0"/>
                        </a:rPr>
                        <a:t>https://</a:t>
                      </a:r>
                      <a:r>
                        <a:rPr lang="en-US" sz="1800" u="sng" dirty="0" err="1">
                          <a:solidFill>
                            <a:srgbClr val="FFC000"/>
                          </a:solidFill>
                          <a:latin typeface="Arial" panose="020B0604020202020204" pitchFamily="34" charset="0"/>
                          <a:cs typeface="Arial" panose="020B0604020202020204" pitchFamily="34" charset="0"/>
                        </a:rPr>
                        <a:t>www.posterpresentations.com</a:t>
                      </a:r>
                      <a:r>
                        <a:rPr lang="en-US" sz="1800" u="sng" dirty="0">
                          <a:solidFill>
                            <a:srgbClr val="FFC000"/>
                          </a:solidFill>
                          <a:latin typeface="Arial" panose="020B0604020202020204" pitchFamily="34" charset="0"/>
                          <a:cs typeface="Arial" panose="020B0604020202020204" pitchFamily="34" charset="0"/>
                        </a:rPr>
                        <a:t>/how-to-change-the-column-</a:t>
                      </a:r>
                      <a:r>
                        <a:rPr lang="en-US" sz="1800" u="sng" dirty="0" err="1">
                          <a:solidFill>
                            <a:srgbClr val="FFC000"/>
                          </a:solidFill>
                          <a:latin typeface="Arial" panose="020B0604020202020204" pitchFamily="34" charset="0"/>
                          <a:cs typeface="Arial" panose="020B0604020202020204" pitchFamily="34" charset="0"/>
                        </a:rPr>
                        <a:t>configuration.html</a:t>
                      </a:r>
                      <a:endParaRPr lang="en-US" sz="4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xmlns="" val="10004"/>
                  </a:ext>
                </a:extLst>
              </a:tr>
              <a:tr h="1697684">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xmlns=""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panose="020B0604020202020204" pitchFamily="34" charset="0"/>
                          <a:cs typeface="Arial" panose="020B0604020202020204" pitchFamily="34" charset="0"/>
                        </a:rPr>
                        <a:t>The Quick Start</a:t>
                      </a:r>
                      <a:r>
                        <a:rPr lang="en-US" sz="1800" baseline="0" noProof="0" dirty="0">
                          <a:solidFill>
                            <a:srgbClr val="D9D9D9"/>
                          </a:solidFill>
                          <a:latin typeface="Arial" panose="020B0604020202020204" pitchFamily="34" charset="0"/>
                          <a:cs typeface="Arial" panose="020B0604020202020204" pitchFamily="34" charset="0"/>
                        </a:rPr>
                        <a:t> Guides</a:t>
                      </a:r>
                      <a:r>
                        <a:rPr lang="en-US" sz="1800" noProof="0" dirty="0">
                          <a:solidFill>
                            <a:srgbClr val="D9D9D9"/>
                          </a:solidFill>
                          <a:latin typeface="Arial" panose="020B0604020202020204" pitchFamily="34" charset="0"/>
                          <a:cs typeface="Arial" panose="020B0604020202020204" pitchFamily="34" charset="0"/>
                        </a:rPr>
                        <a:t> </a:t>
                      </a:r>
                      <a:r>
                        <a:rPr lang="en-US" sz="1800" u="sng" noProof="0" dirty="0">
                          <a:solidFill>
                            <a:srgbClr val="D9D9D9"/>
                          </a:solidFill>
                          <a:latin typeface="Arial" panose="020B0604020202020204" pitchFamily="34" charset="0"/>
                          <a:cs typeface="Arial" panose="020B0604020202020204" pitchFamily="34" charset="0"/>
                        </a:rPr>
                        <a:t>are outside the template’s printable area</a:t>
                      </a:r>
                      <a:r>
                        <a:rPr lang="en-US" sz="1800" noProof="0" dirty="0">
                          <a:solidFill>
                            <a:srgbClr val="D9D9D9"/>
                          </a:solidFill>
                          <a:latin typeface="Arial" panose="020B0604020202020204" pitchFamily="34" charset="0"/>
                          <a:cs typeface="Arial" panose="020B0604020202020204" pitchFamily="34" charset="0"/>
                        </a:rPr>
                        <a:t> and they will not be on the printed poster</a:t>
                      </a:r>
                      <a:r>
                        <a:rPr lang="en-US" sz="18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aseline="0" noProof="0" dirty="0">
                          <a:solidFill>
                            <a:srgbClr val="D9D9D9"/>
                          </a:solidFill>
                          <a:latin typeface="Arial" panose="020B0604020202020204" pitchFamily="34" charset="0"/>
                          <a:cs typeface="Arial" panose="020B0604020202020204" pitchFamily="34" charset="0"/>
                        </a:rPr>
                        <a:t>To hide the guides click on the </a:t>
                      </a:r>
                      <a:r>
                        <a:rPr lang="en-US" sz="1800" b="1" baseline="0" noProof="0" dirty="0">
                          <a:solidFill>
                            <a:srgbClr val="D9D9D9"/>
                          </a:solidFill>
                          <a:latin typeface="Arial" panose="020B0604020202020204" pitchFamily="34" charset="0"/>
                          <a:cs typeface="Arial" panose="020B0604020202020204" pitchFamily="34" charset="0"/>
                        </a:rPr>
                        <a:t>Home</a:t>
                      </a:r>
                      <a:r>
                        <a:rPr lang="en-US" sz="18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800" b="1" baseline="0" noProof="0" dirty="0">
                          <a:solidFill>
                            <a:srgbClr val="D9D9D9"/>
                          </a:solidFill>
                          <a:latin typeface="Arial" panose="020B0604020202020204" pitchFamily="34" charset="0"/>
                          <a:cs typeface="Arial" panose="020B0604020202020204" pitchFamily="34" charset="0"/>
                        </a:rPr>
                        <a:t>Layout</a:t>
                      </a:r>
                      <a:r>
                        <a:rPr lang="en-US" sz="18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800" b="1" baseline="0" noProof="0" dirty="0">
                          <a:solidFill>
                            <a:srgbClr val="D9D9D9"/>
                          </a:solidFill>
                          <a:latin typeface="Arial" panose="020B0604020202020204" pitchFamily="34" charset="0"/>
                          <a:cs typeface="Arial" panose="020B0604020202020204" pitchFamily="34" charset="0"/>
                        </a:rPr>
                        <a:t>Without Guides </a:t>
                      </a:r>
                      <a:r>
                        <a:rPr lang="en-US" sz="1800" b="0" baseline="0" noProof="0" dirty="0">
                          <a:solidFill>
                            <a:srgbClr val="D9D9D9"/>
                          </a:solidFill>
                          <a:latin typeface="Arial" panose="020B0604020202020204" pitchFamily="34" charset="0"/>
                          <a:cs typeface="Arial" panose="020B0604020202020204" pitchFamily="34" charset="0"/>
                        </a:rPr>
                        <a:t>layout</a:t>
                      </a:r>
                      <a:r>
                        <a:rPr lang="en-US" sz="1800" baseline="0" noProof="0" dirty="0">
                          <a:solidFill>
                            <a:srgbClr val="D9D9D9"/>
                          </a:solidFill>
                          <a:latin typeface="Arial" panose="020B0604020202020204" pitchFamily="34" charset="0"/>
                          <a:cs typeface="Arial" panose="020B0604020202020204" pitchFamily="34" charset="0"/>
                        </a:rPr>
                        <a:t>.</a:t>
                      </a:r>
                      <a:endParaRPr lang="en-US" sz="1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xmlns="" val="10005"/>
                  </a:ext>
                </a:extLst>
              </a:tr>
              <a:tr h="5508563">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xmlns="" val="1766341567"/>
                  </a:ext>
                </a:extLst>
              </a:tr>
              <a:tr h="4679433">
                <a:tc>
                  <a:txBody>
                    <a:bodyPr/>
                    <a:lstStyle/>
                    <a:p>
                      <a:pPr rtl="0"/>
                      <a:r>
                        <a:rPr lang="en-US" sz="2400" b="1" dirty="0">
                          <a:solidFill>
                            <a:srgbClr val="FFC000"/>
                          </a:solidFill>
                          <a:latin typeface="Arial" panose="020B0604020202020204" pitchFamily="34" charset="0"/>
                          <a:cs typeface="Arial" panose="020B0604020202020204" pitchFamily="34" charset="0"/>
                        </a:rPr>
                        <a:t>How to</a:t>
                      </a:r>
                      <a:r>
                        <a:rPr lang="en-US" sz="2400" b="1" baseline="0" dirty="0">
                          <a:solidFill>
                            <a:srgbClr val="FFC000"/>
                          </a:solidFill>
                          <a:latin typeface="Arial" panose="020B0604020202020204" pitchFamily="34" charset="0"/>
                          <a:cs typeface="Arial" panose="020B0604020202020204" pitchFamily="34" charset="0"/>
                        </a:rPr>
                        <a:t> preview your poster prior to printing</a:t>
                      </a:r>
                      <a:endParaRPr lang="en-US" sz="2400" b="1" dirty="0">
                        <a:solidFill>
                          <a:srgbClr val="FFC000"/>
                        </a:solidFill>
                        <a:latin typeface="Arial" panose="020B0604020202020204" pitchFamily="34" charset="0"/>
                        <a:cs typeface="Arial" panose="020B0604020202020204" pitchFamily="34" charset="0"/>
                      </a:endParaRPr>
                    </a:p>
                    <a:p>
                      <a:pPr rtl="0"/>
                      <a:r>
                        <a:rPr lang="en-US" sz="2000" dirty="0">
                          <a:solidFill>
                            <a:srgbClr val="D9D9D9"/>
                          </a:solidFill>
                          <a:latin typeface="Arial" panose="020B0604020202020204" pitchFamily="34" charset="0"/>
                          <a:cs typeface="Arial" panose="020B0604020202020204" pitchFamily="34" charset="0"/>
                        </a:rPr>
                        <a:t>You can preview your poster at any time by pressing the </a:t>
                      </a:r>
                      <a:r>
                        <a:rPr lang="en-US" sz="2000" dirty="0">
                          <a:solidFill>
                            <a:srgbClr val="FFC000"/>
                          </a:solidFill>
                          <a:latin typeface="Arial" panose="020B0604020202020204" pitchFamily="34" charset="0"/>
                          <a:cs typeface="Arial" panose="020B0604020202020204" pitchFamily="34" charset="0"/>
                        </a:rPr>
                        <a:t>F5 key</a:t>
                      </a:r>
                      <a:r>
                        <a:rPr lang="en-US" sz="20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000" dirty="0">
                          <a:solidFill>
                            <a:srgbClr val="FFC000"/>
                          </a:solidFill>
                          <a:latin typeface="Arial" panose="020B0604020202020204" pitchFamily="34" charset="0"/>
                          <a:cs typeface="Arial" panose="020B0604020202020204" pitchFamily="34" charset="0"/>
                        </a:rPr>
                        <a:t>ESC key </a:t>
                      </a:r>
                      <a:r>
                        <a:rPr lang="en-US" sz="20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8800" b="1" dirty="0">
                          <a:solidFill>
                            <a:srgbClr val="D9D9D9"/>
                          </a:solidFill>
                          <a:latin typeface="Arial" panose="020B0604020202020204" pitchFamily="34" charset="0"/>
                          <a:cs typeface="Arial" panose="020B0604020202020204" pitchFamily="34" charset="0"/>
                        </a:rPr>
                        <a:t>F5</a:t>
                      </a:r>
                      <a:r>
                        <a:rPr lang="en-US" sz="1800" baseline="0" dirty="0">
                          <a:solidFill>
                            <a:srgbClr val="D9D9D9"/>
                          </a:solidFill>
                          <a:latin typeface="Arial" panose="020B0604020202020204" pitchFamily="34" charset="0"/>
                          <a:cs typeface="Arial" panose="020B0604020202020204" pitchFamily="34" charset="0"/>
                        </a:rPr>
                        <a:t> </a:t>
                      </a:r>
                      <a:endParaRPr lang="en-US" sz="18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xmlns="" val="10006"/>
                  </a:ext>
                </a:extLst>
              </a:tr>
              <a:tr h="5369361">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When you are ready to have your poster printed go online to </a:t>
                      </a:r>
                      <a:r>
                        <a:rPr lang="en-US" sz="1800" noProof="0" dirty="0" err="1">
                          <a:solidFill>
                            <a:srgbClr val="FFC000"/>
                          </a:solidFill>
                          <a:latin typeface="Arial"/>
                          <a:cs typeface="Arial"/>
                        </a:rPr>
                        <a:t>PosterPresentations.com</a:t>
                      </a:r>
                      <a:r>
                        <a:rPr lang="en-US" sz="1800" noProof="0" dirty="0">
                          <a:solidFill>
                            <a:srgbClr val="D9D9D9"/>
                          </a:solidFill>
                          <a:latin typeface="Arial"/>
                          <a:cs typeface="Arial"/>
                        </a:rPr>
                        <a:t> and click on the "</a:t>
                      </a:r>
                      <a:r>
                        <a:rPr lang="en-US" sz="1800" noProof="0" dirty="0">
                          <a:solidFill>
                            <a:srgbClr val="FFC000"/>
                          </a:solidFill>
                          <a:latin typeface="Arial"/>
                          <a:cs typeface="Arial"/>
                        </a:rPr>
                        <a:t>Order Your Poster</a:t>
                      </a:r>
                      <a:r>
                        <a:rPr lang="en-US" sz="18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
                      </a:r>
                      <a:br>
                        <a:rPr lang="en-US" sz="1800" noProof="0" dirty="0">
                          <a:solidFill>
                            <a:srgbClr val="D9D9D9"/>
                          </a:solidFill>
                          <a:latin typeface="Arial"/>
                          <a:cs typeface="Arial"/>
                        </a:rPr>
                      </a:br>
                      <a:r>
                        <a:rPr lang="en-US" sz="1800" noProof="0" dirty="0">
                          <a:solidFill>
                            <a:srgbClr val="D9D9D9"/>
                          </a:solidFill>
                          <a:latin typeface="Arial"/>
                          <a:cs typeface="Arial"/>
                        </a:rPr>
                        <a:t>Go to </a:t>
                      </a:r>
                      <a:r>
                        <a:rPr lang="en-US" sz="1800" noProof="0" dirty="0" err="1">
                          <a:solidFill>
                            <a:srgbClr val="FFC000"/>
                          </a:solidFill>
                          <a:latin typeface="Arial"/>
                          <a:cs typeface="Arial"/>
                        </a:rPr>
                        <a:t>PosterPresentations.com</a:t>
                      </a:r>
                      <a:r>
                        <a:rPr lang="en-US" sz="18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7"/>
                  </a:ext>
                </a:extLst>
              </a:tr>
              <a:tr h="1059070">
                <a:tc gridSpan="3">
                  <a:txBody>
                    <a:bodyPr/>
                    <a:lstStyle/>
                    <a:p>
                      <a:endParaRPr lang="en-US" sz="1800" dirty="0">
                        <a:solidFill>
                          <a:srgbClr val="1F3A4E"/>
                        </a:solidFill>
                      </a:endParaRPr>
                    </a:p>
                  </a:txBody>
                  <a:tcPr marL="182880" marT="137160">
                    <a:blipFill dpi="0" rotWithShape="1">
                      <a:blip r:embed="rId9">
                        <a:extLst>
                          <a:ext uri="{28A0092B-C50C-407E-A947-70E740481C1C}">
                            <a14:useLocalDpi xmlns:a14="http://schemas.microsoft.com/office/drawing/2010/main" xmlns=""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8"/>
                  </a:ext>
                </a:extLst>
              </a:tr>
              <a:tr h="824517">
                <a:tc gridSpan="2">
                  <a:txBody>
                    <a:bodyPr/>
                    <a:lstStyle/>
                    <a:p>
                      <a:pPr>
                        <a:lnSpc>
                          <a:spcPts val="2600"/>
                        </a:lnSpc>
                      </a:pPr>
                      <a:r>
                        <a:rPr lang="en-US" sz="1800" dirty="0">
                          <a:solidFill>
                            <a:schemeClr val="bg1">
                              <a:lumMod val="85000"/>
                            </a:schemeClr>
                          </a:solidFill>
                          <a:latin typeface="Arial"/>
                          <a:cs typeface="Arial"/>
                        </a:rPr>
                        <a:t>© 2019</a:t>
                      </a:r>
                      <a:r>
                        <a:rPr lang="en-US" sz="1800" baseline="0" dirty="0">
                          <a:solidFill>
                            <a:schemeClr val="bg1">
                              <a:lumMod val="85000"/>
                            </a:schemeClr>
                          </a:solidFill>
                          <a:latin typeface="Arial"/>
                          <a:cs typeface="Arial"/>
                        </a:rPr>
                        <a:t> </a:t>
                      </a:r>
                      <a:r>
                        <a:rPr lang="en-US" sz="1800" dirty="0" err="1">
                          <a:solidFill>
                            <a:schemeClr val="bg1">
                              <a:lumMod val="85000"/>
                            </a:schemeClr>
                          </a:solidFill>
                          <a:latin typeface="Arial"/>
                          <a:cs typeface="Arial"/>
                        </a:rPr>
                        <a:t>PosterPresentations.com</a:t>
                      </a:r>
                      <a:r>
                        <a:rPr lang="en-US" sz="1800" dirty="0">
                          <a:solidFill>
                            <a:schemeClr val="bg1">
                              <a:lumMod val="85000"/>
                            </a:schemeClr>
                          </a:solidFill>
                          <a:latin typeface="Arial"/>
                          <a:cs typeface="Arial"/>
                        </a:rPr>
                        <a:t/>
                      </a:r>
                      <a:br>
                        <a:rPr lang="en-US" sz="1800" dirty="0">
                          <a:solidFill>
                            <a:schemeClr val="bg1">
                              <a:lumMod val="85000"/>
                            </a:schemeClr>
                          </a:solidFill>
                          <a:latin typeface="Arial"/>
                          <a:cs typeface="Arial"/>
                        </a:rPr>
                      </a:br>
                      <a:r>
                        <a:rPr lang="en-US" sz="1800" dirty="0">
                          <a:solidFill>
                            <a:schemeClr val="bg1">
                              <a:lumMod val="85000"/>
                            </a:schemeClr>
                          </a:solidFill>
                          <a:latin typeface="Arial"/>
                          <a:cs typeface="Arial"/>
                        </a:rPr>
                        <a:t>2117 Fourth Street ,</a:t>
                      </a:r>
                      <a:r>
                        <a:rPr lang="en-US" sz="1800" baseline="0" dirty="0">
                          <a:solidFill>
                            <a:schemeClr val="bg1">
                              <a:lumMod val="85000"/>
                            </a:schemeClr>
                          </a:solidFill>
                          <a:latin typeface="Arial"/>
                          <a:cs typeface="Arial"/>
                        </a:rPr>
                        <a:t> STE C        </a:t>
                      </a:r>
                    </a:p>
                    <a:p>
                      <a:pPr>
                        <a:lnSpc>
                          <a:spcPts val="2600"/>
                        </a:lnSpc>
                      </a:pPr>
                      <a:r>
                        <a:rPr lang="en-US" sz="1800" baseline="0" dirty="0">
                          <a:solidFill>
                            <a:schemeClr val="bg1">
                              <a:lumMod val="85000"/>
                            </a:schemeClr>
                          </a:solidFill>
                          <a:latin typeface="Arial"/>
                          <a:cs typeface="Arial"/>
                        </a:rPr>
                        <a:t>Berkeley CA 94710 USA</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D0D0D0"/>
                          </a:solidFill>
                          <a:latin typeface="Arial"/>
                          <a:cs typeface="Arial"/>
                        </a:rPr>
                        <a:t>For complete tutorials</a:t>
                      </a:r>
                      <a:r>
                        <a:rPr lang="en-US" sz="18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400" b="1" dirty="0">
                          <a:solidFill>
                            <a:srgbClr val="FFC000"/>
                          </a:solidFill>
                          <a:latin typeface="Arial"/>
                          <a:cs typeface="Arial"/>
                        </a:rPr>
                        <a:t>https://</a:t>
                      </a:r>
                      <a:r>
                        <a:rPr lang="en-US" sz="1400" b="1" dirty="0" err="1">
                          <a:solidFill>
                            <a:srgbClr val="FFC000"/>
                          </a:solidFill>
                          <a:latin typeface="Arial"/>
                          <a:cs typeface="Arial"/>
                        </a:rPr>
                        <a:t>www.posterpresentations.com</a:t>
                      </a:r>
                      <a:r>
                        <a:rPr lang="en-US" sz="1400" b="1" dirty="0">
                          <a:solidFill>
                            <a:srgbClr val="FFC000"/>
                          </a:solidFill>
                          <a:latin typeface="Arial"/>
                          <a:cs typeface="Arial"/>
                        </a:rPr>
                        <a:t>/</a:t>
                      </a:r>
                      <a:r>
                        <a:rPr lang="en-US" sz="1400" b="1" dirty="0" err="1">
                          <a:solidFill>
                            <a:srgbClr val="FFC000"/>
                          </a:solidFill>
                          <a:latin typeface="Arial"/>
                          <a:cs typeface="Arial"/>
                        </a:rPr>
                        <a:t>helpdesk.html</a:t>
                      </a:r>
                      <a:endParaRPr lang="en-US" sz="9600" dirty="0"/>
                    </a:p>
                  </a:txBody>
                  <a:tcPr marL="182880" marT="137160">
                    <a:solidFill>
                      <a:srgbClr val="010101"/>
                    </a:solidFill>
                  </a:tcPr>
                </a:tc>
                <a:extLst>
                  <a:ext uri="{0D108BD9-81ED-4DB2-BD59-A6C34878D82A}">
                    <a16:rowId xmlns:a16="http://schemas.microsoft.com/office/drawing/2014/main" xmlns="" val="10009"/>
                  </a:ext>
                </a:extLst>
              </a:tr>
            </a:tbl>
          </a:graphicData>
        </a:graphic>
      </p:graphicFrame>
      <p:grpSp>
        <p:nvGrpSpPr>
          <p:cNvPr id="15" name="Group 14">
            <a:extLst>
              <a:ext uri="{FF2B5EF4-FFF2-40B4-BE49-F238E27FC236}">
                <a16:creationId xmlns:a16="http://schemas.microsoft.com/office/drawing/2014/main" xmlns="" id="{8D8B584D-2CB6-8444-84AD-64E767911DE1}"/>
              </a:ext>
            </a:extLst>
          </p:cNvPr>
          <p:cNvGrpSpPr/>
          <p:nvPr userDrawn="1"/>
        </p:nvGrpSpPr>
        <p:grpSpPr>
          <a:xfrm>
            <a:off x="-43304" y="-142032"/>
            <a:ext cx="21459815" cy="3695335"/>
            <a:chOff x="-43304" y="11286"/>
            <a:chExt cx="43905392" cy="4120075"/>
          </a:xfrm>
        </p:grpSpPr>
        <p:sp>
          <p:nvSpPr>
            <p:cNvPr id="16" name="Rectangle 15">
              <a:extLst>
                <a:ext uri="{FF2B5EF4-FFF2-40B4-BE49-F238E27FC236}">
                  <a16:creationId xmlns:a16="http://schemas.microsoft.com/office/drawing/2014/main" xmlns="" id="{6C035EF4-3BE6-0347-B087-B7E2209E27D4}"/>
                </a:ext>
              </a:extLst>
            </p:cNvPr>
            <p:cNvSpPr/>
            <p:nvPr userDrawn="1"/>
          </p:nvSpPr>
          <p:spPr>
            <a:xfrm>
              <a:off x="-1" y="1106328"/>
              <a:ext cx="43854834" cy="3025033"/>
            </a:xfrm>
            <a:prstGeom prst="rect">
              <a:avLst/>
            </a:prstGeom>
            <a:gradFill flip="none" rotWithShape="1">
              <a:gsLst>
                <a:gs pos="0">
                  <a:schemeClr val="accent6"/>
                </a:gs>
                <a:gs pos="100000">
                  <a:schemeClr val="accent1"/>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xmlns="" id="{6E5F562F-EC85-0345-923F-F17FFD36ECCE}"/>
                </a:ext>
              </a:extLst>
            </p:cNvPr>
            <p:cNvGrpSpPr/>
            <p:nvPr userDrawn="1"/>
          </p:nvGrpSpPr>
          <p:grpSpPr>
            <a:xfrm>
              <a:off x="-43304" y="11286"/>
              <a:ext cx="43905392" cy="4036528"/>
              <a:chOff x="-14192" y="1382"/>
              <a:chExt cx="27451941" cy="4572641"/>
            </a:xfrm>
          </p:grpSpPr>
          <p:sp>
            <p:nvSpPr>
              <p:cNvPr id="18" name="Rectangle 16">
                <a:extLst>
                  <a:ext uri="{FF2B5EF4-FFF2-40B4-BE49-F238E27FC236}">
                    <a16:creationId xmlns:a16="http://schemas.microsoft.com/office/drawing/2014/main" xmlns="" id="{80F25AC9-F096-CC40-A797-8F3419967775}"/>
                  </a:ext>
                </a:extLst>
              </p:cNvPr>
              <p:cNvSpPr/>
              <p:nvPr userDrawn="1"/>
            </p:nvSpPr>
            <p:spPr>
              <a:xfrm>
                <a:off x="4001" y="707797"/>
                <a:ext cx="27429212" cy="3866226"/>
              </a:xfrm>
              <a:custGeom>
                <a:avLst/>
                <a:gdLst>
                  <a:gd name="connsiteX0" fmla="*/ 0 w 43891200"/>
                  <a:gd name="connsiteY0" fmla="*/ 0 h 7027483"/>
                  <a:gd name="connsiteX1" fmla="*/ 43891200 w 43891200"/>
                  <a:gd name="connsiteY1" fmla="*/ 0 h 7027483"/>
                  <a:gd name="connsiteX2" fmla="*/ 43891200 w 43891200"/>
                  <a:gd name="connsiteY2" fmla="*/ 7027483 h 7027483"/>
                  <a:gd name="connsiteX3" fmla="*/ 0 w 43891200"/>
                  <a:gd name="connsiteY3" fmla="*/ 7027483 h 7027483"/>
                  <a:gd name="connsiteX4" fmla="*/ 0 w 43891200"/>
                  <a:gd name="connsiteY4"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617527 w 43891200"/>
                  <a:gd name="connsiteY3" fmla="*/ 6999261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32864 w 43891200"/>
                  <a:gd name="connsiteY3" fmla="*/ 3330294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89306 w 43891200"/>
                  <a:gd name="connsiteY3" fmla="*/ 3104512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89306 w 43891200"/>
                  <a:gd name="connsiteY3" fmla="*/ 3104512 h 7027483"/>
                  <a:gd name="connsiteX4" fmla="*/ 84664 w 43891200"/>
                  <a:gd name="connsiteY4" fmla="*/ 5531673 h 7027483"/>
                  <a:gd name="connsiteX5" fmla="*/ 0 w 43891200"/>
                  <a:gd name="connsiteY5" fmla="*/ 0 h 7027483"/>
                  <a:gd name="connsiteX0" fmla="*/ 0 w 43891200"/>
                  <a:gd name="connsiteY0" fmla="*/ 0 h 7272584"/>
                  <a:gd name="connsiteX1" fmla="*/ 43891200 w 43891200"/>
                  <a:gd name="connsiteY1" fmla="*/ 0 h 7272584"/>
                  <a:gd name="connsiteX2" fmla="*/ 43891200 w 43891200"/>
                  <a:gd name="connsiteY2" fmla="*/ 7027483 h 7272584"/>
                  <a:gd name="connsiteX3" fmla="*/ 37534349 w 43891200"/>
                  <a:gd name="connsiteY3" fmla="*/ 5432466 h 7272584"/>
                  <a:gd name="connsiteX4" fmla="*/ 21589306 w 43891200"/>
                  <a:gd name="connsiteY4" fmla="*/ 3104512 h 7272584"/>
                  <a:gd name="connsiteX5" fmla="*/ 84664 w 43891200"/>
                  <a:gd name="connsiteY5" fmla="*/ 5531673 h 7272584"/>
                  <a:gd name="connsiteX6" fmla="*/ 0 w 43891200"/>
                  <a:gd name="connsiteY6" fmla="*/ 0 h 7272584"/>
                  <a:gd name="connsiteX0" fmla="*/ 0 w 43891200"/>
                  <a:gd name="connsiteY0" fmla="*/ 0 h 7027483"/>
                  <a:gd name="connsiteX1" fmla="*/ 43891200 w 43891200"/>
                  <a:gd name="connsiteY1" fmla="*/ 0 h 7027483"/>
                  <a:gd name="connsiteX2" fmla="*/ 43891200 w 43891200"/>
                  <a:gd name="connsiteY2" fmla="*/ 7027483 h 7027483"/>
                  <a:gd name="connsiteX3" fmla="*/ 37534349 w 43891200"/>
                  <a:gd name="connsiteY3" fmla="*/ 5432466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423313 w 43891200"/>
                  <a:gd name="connsiteY4" fmla="*/ 3012175 h 7027483"/>
                  <a:gd name="connsiteX5" fmla="*/ 84664 w 43891200"/>
                  <a:gd name="connsiteY5" fmla="*/ 5531673 h 7027483"/>
                  <a:gd name="connsiteX6" fmla="*/ 0 w 43891200"/>
                  <a:gd name="connsiteY6" fmla="*/ 0 h 7027483"/>
                  <a:gd name="connsiteX0" fmla="*/ 0 w 43891200"/>
                  <a:gd name="connsiteY0" fmla="*/ 0 h 6029592"/>
                  <a:gd name="connsiteX1" fmla="*/ 43891200 w 43891200"/>
                  <a:gd name="connsiteY1" fmla="*/ 0 h 6029592"/>
                  <a:gd name="connsiteX2" fmla="*/ 43852760 w 43891200"/>
                  <a:gd name="connsiteY2" fmla="*/ 6029592 h 6029592"/>
                  <a:gd name="connsiteX3" fmla="*/ 37534347 w 43891200"/>
                  <a:gd name="connsiteY3" fmla="*/ 5179307 h 6029592"/>
                  <a:gd name="connsiteX4" fmla="*/ 21423313 w 43891200"/>
                  <a:gd name="connsiteY4" fmla="*/ 3012175 h 6029592"/>
                  <a:gd name="connsiteX5" fmla="*/ 84664 w 43891200"/>
                  <a:gd name="connsiteY5" fmla="*/ 5531673 h 6029592"/>
                  <a:gd name="connsiteX6" fmla="*/ 0 w 43891200"/>
                  <a:gd name="connsiteY6" fmla="*/ 0 h 6029592"/>
                  <a:gd name="connsiteX0" fmla="*/ 0 w 43891200"/>
                  <a:gd name="connsiteY0" fmla="*/ 0 h 6029592"/>
                  <a:gd name="connsiteX1" fmla="*/ 43891200 w 43891200"/>
                  <a:gd name="connsiteY1" fmla="*/ 0 h 6029592"/>
                  <a:gd name="connsiteX2" fmla="*/ 43852760 w 43891200"/>
                  <a:gd name="connsiteY2" fmla="*/ 6029592 h 6029592"/>
                  <a:gd name="connsiteX3" fmla="*/ 36342689 w 43891200"/>
                  <a:gd name="connsiteY3" fmla="*/ 4466527 h 6029592"/>
                  <a:gd name="connsiteX4" fmla="*/ 21423313 w 43891200"/>
                  <a:gd name="connsiteY4" fmla="*/ 3012175 h 6029592"/>
                  <a:gd name="connsiteX5" fmla="*/ 84664 w 43891200"/>
                  <a:gd name="connsiteY5" fmla="*/ 5531673 h 6029592"/>
                  <a:gd name="connsiteX6" fmla="*/ 0 w 43891200"/>
                  <a:gd name="connsiteY6" fmla="*/ 0 h 6029592"/>
                  <a:gd name="connsiteX0" fmla="*/ 0 w 43891200"/>
                  <a:gd name="connsiteY0" fmla="*/ 0 h 6079664"/>
                  <a:gd name="connsiteX1" fmla="*/ 43891200 w 43891200"/>
                  <a:gd name="connsiteY1" fmla="*/ 0 h 6079664"/>
                  <a:gd name="connsiteX2" fmla="*/ 43852760 w 43891200"/>
                  <a:gd name="connsiteY2" fmla="*/ 6029592 h 6079664"/>
                  <a:gd name="connsiteX3" fmla="*/ 21423313 w 43891200"/>
                  <a:gd name="connsiteY3" fmla="*/ 3012175 h 6079664"/>
                  <a:gd name="connsiteX4" fmla="*/ 84664 w 43891200"/>
                  <a:gd name="connsiteY4" fmla="*/ 5531673 h 6079664"/>
                  <a:gd name="connsiteX5" fmla="*/ 0 w 43891200"/>
                  <a:gd name="connsiteY5" fmla="*/ 0 h 6079664"/>
                  <a:gd name="connsiteX0" fmla="*/ 0 w 43891200"/>
                  <a:gd name="connsiteY0" fmla="*/ 0 h 6029592"/>
                  <a:gd name="connsiteX1" fmla="*/ 43891200 w 43891200"/>
                  <a:gd name="connsiteY1" fmla="*/ 0 h 6029592"/>
                  <a:gd name="connsiteX2" fmla="*/ 43852760 w 43891200"/>
                  <a:gd name="connsiteY2" fmla="*/ 6029592 h 6029592"/>
                  <a:gd name="connsiteX3" fmla="*/ 21423313 w 43891200"/>
                  <a:gd name="connsiteY3" fmla="*/ 3012175 h 6029592"/>
                  <a:gd name="connsiteX4" fmla="*/ 84664 w 43891200"/>
                  <a:gd name="connsiteY4" fmla="*/ 5531673 h 6029592"/>
                  <a:gd name="connsiteX5" fmla="*/ 0 w 43891200"/>
                  <a:gd name="connsiteY5" fmla="*/ 0 h 6029592"/>
                  <a:gd name="connsiteX0" fmla="*/ 0 w 43891200"/>
                  <a:gd name="connsiteY0" fmla="*/ 0 h 6029592"/>
                  <a:gd name="connsiteX1" fmla="*/ 43891200 w 43891200"/>
                  <a:gd name="connsiteY1" fmla="*/ 0 h 6029592"/>
                  <a:gd name="connsiteX2" fmla="*/ 43852760 w 43891200"/>
                  <a:gd name="connsiteY2" fmla="*/ 6029592 h 6029592"/>
                  <a:gd name="connsiteX3" fmla="*/ 21423313 w 43891200"/>
                  <a:gd name="connsiteY3" fmla="*/ 3012175 h 6029592"/>
                  <a:gd name="connsiteX4" fmla="*/ 84664 w 43891200"/>
                  <a:gd name="connsiteY4" fmla="*/ 5531673 h 6029592"/>
                  <a:gd name="connsiteX5" fmla="*/ 0 w 43891200"/>
                  <a:gd name="connsiteY5" fmla="*/ 0 h 6029592"/>
                  <a:gd name="connsiteX0" fmla="*/ 0 w 43891200"/>
                  <a:gd name="connsiteY0" fmla="*/ 0 h 5887037"/>
                  <a:gd name="connsiteX1" fmla="*/ 43891200 w 43891200"/>
                  <a:gd name="connsiteY1" fmla="*/ 0 h 5887037"/>
                  <a:gd name="connsiteX2" fmla="*/ 43814321 w 43891200"/>
                  <a:gd name="connsiteY2" fmla="*/ 5887037 h 5887037"/>
                  <a:gd name="connsiteX3" fmla="*/ 21423313 w 43891200"/>
                  <a:gd name="connsiteY3" fmla="*/ 3012175 h 5887037"/>
                  <a:gd name="connsiteX4" fmla="*/ 84664 w 43891200"/>
                  <a:gd name="connsiteY4" fmla="*/ 5531673 h 5887037"/>
                  <a:gd name="connsiteX5" fmla="*/ 0 w 43891200"/>
                  <a:gd name="connsiteY5" fmla="*/ 0 h 5887037"/>
                  <a:gd name="connsiteX0" fmla="*/ 0 w 43891200"/>
                  <a:gd name="connsiteY0" fmla="*/ 0 h 5745966"/>
                  <a:gd name="connsiteX1" fmla="*/ 43891200 w 43891200"/>
                  <a:gd name="connsiteY1" fmla="*/ 0 h 5745966"/>
                  <a:gd name="connsiteX2" fmla="*/ 43814319 w 43891200"/>
                  <a:gd name="connsiteY2" fmla="*/ 5745966 h 5745966"/>
                  <a:gd name="connsiteX3" fmla="*/ 21423313 w 43891200"/>
                  <a:gd name="connsiteY3" fmla="*/ 3012175 h 5745966"/>
                  <a:gd name="connsiteX4" fmla="*/ 84664 w 43891200"/>
                  <a:gd name="connsiteY4" fmla="*/ 5531673 h 5745966"/>
                  <a:gd name="connsiteX5" fmla="*/ 0 w 43891200"/>
                  <a:gd name="connsiteY5" fmla="*/ 0 h 5745966"/>
                  <a:gd name="connsiteX0" fmla="*/ 0 w 43891200"/>
                  <a:gd name="connsiteY0" fmla="*/ 0 h 5774180"/>
                  <a:gd name="connsiteX1" fmla="*/ 43891200 w 43891200"/>
                  <a:gd name="connsiteY1" fmla="*/ 0 h 5774180"/>
                  <a:gd name="connsiteX2" fmla="*/ 43814319 w 43891200"/>
                  <a:gd name="connsiteY2" fmla="*/ 5774180 h 5774180"/>
                  <a:gd name="connsiteX3" fmla="*/ 21423313 w 43891200"/>
                  <a:gd name="connsiteY3" fmla="*/ 3012175 h 5774180"/>
                  <a:gd name="connsiteX4" fmla="*/ 84664 w 43891200"/>
                  <a:gd name="connsiteY4" fmla="*/ 5531673 h 5774180"/>
                  <a:gd name="connsiteX5" fmla="*/ 0 w 43891200"/>
                  <a:gd name="connsiteY5" fmla="*/ 0 h 5774180"/>
                  <a:gd name="connsiteX0" fmla="*/ 6633 w 43897833"/>
                  <a:gd name="connsiteY0" fmla="*/ 0 h 5774180"/>
                  <a:gd name="connsiteX1" fmla="*/ 43897833 w 43897833"/>
                  <a:gd name="connsiteY1" fmla="*/ 0 h 5774180"/>
                  <a:gd name="connsiteX2" fmla="*/ 43820952 w 43897833"/>
                  <a:gd name="connsiteY2" fmla="*/ 5774180 h 5774180"/>
                  <a:gd name="connsiteX3" fmla="*/ 21429946 w 43897833"/>
                  <a:gd name="connsiteY3" fmla="*/ 3012175 h 5774180"/>
                  <a:gd name="connsiteX4" fmla="*/ 0 w 43897833"/>
                  <a:gd name="connsiteY4" fmla="*/ 5757386 h 5774180"/>
                  <a:gd name="connsiteX5" fmla="*/ 6633 w 43897833"/>
                  <a:gd name="connsiteY5" fmla="*/ 0 h 5774180"/>
                  <a:gd name="connsiteX0" fmla="*/ 6633 w 43897833"/>
                  <a:gd name="connsiteY0" fmla="*/ 0 h 5785600"/>
                  <a:gd name="connsiteX1" fmla="*/ 43897833 w 43897833"/>
                  <a:gd name="connsiteY1" fmla="*/ 0 h 5785600"/>
                  <a:gd name="connsiteX2" fmla="*/ 43820952 w 43897833"/>
                  <a:gd name="connsiteY2" fmla="*/ 5774180 h 5785600"/>
                  <a:gd name="connsiteX3" fmla="*/ 21429946 w 43897833"/>
                  <a:gd name="connsiteY3" fmla="*/ 3012175 h 5785600"/>
                  <a:gd name="connsiteX4" fmla="*/ 0 w 43897833"/>
                  <a:gd name="connsiteY4" fmla="*/ 5785600 h 5785600"/>
                  <a:gd name="connsiteX5" fmla="*/ 6633 w 43897833"/>
                  <a:gd name="connsiteY5" fmla="*/ 0 h 5785600"/>
                  <a:gd name="connsiteX0" fmla="*/ 6633 w 43897833"/>
                  <a:gd name="connsiteY0" fmla="*/ 0 h 5785600"/>
                  <a:gd name="connsiteX1" fmla="*/ 43897833 w 43897833"/>
                  <a:gd name="connsiteY1" fmla="*/ 0 h 5785600"/>
                  <a:gd name="connsiteX2" fmla="*/ 43829914 w 43897833"/>
                  <a:gd name="connsiteY2" fmla="*/ 5757562 h 5785600"/>
                  <a:gd name="connsiteX3" fmla="*/ 21429946 w 43897833"/>
                  <a:gd name="connsiteY3" fmla="*/ 3012175 h 5785600"/>
                  <a:gd name="connsiteX4" fmla="*/ 0 w 43897833"/>
                  <a:gd name="connsiteY4" fmla="*/ 5785600 h 5785600"/>
                  <a:gd name="connsiteX5" fmla="*/ 6633 w 43897833"/>
                  <a:gd name="connsiteY5" fmla="*/ 0 h 5785600"/>
                  <a:gd name="connsiteX0" fmla="*/ 6633 w 43884390"/>
                  <a:gd name="connsiteY0" fmla="*/ 4153 h 5789753"/>
                  <a:gd name="connsiteX1" fmla="*/ 43884390 w 43884390"/>
                  <a:gd name="connsiteY1" fmla="*/ 0 h 5789753"/>
                  <a:gd name="connsiteX2" fmla="*/ 43829914 w 43884390"/>
                  <a:gd name="connsiteY2" fmla="*/ 5761715 h 5789753"/>
                  <a:gd name="connsiteX3" fmla="*/ 21429946 w 43884390"/>
                  <a:gd name="connsiteY3" fmla="*/ 3016328 h 5789753"/>
                  <a:gd name="connsiteX4" fmla="*/ 0 w 43884390"/>
                  <a:gd name="connsiteY4" fmla="*/ 5789753 h 5789753"/>
                  <a:gd name="connsiteX5" fmla="*/ 6633 w 43884390"/>
                  <a:gd name="connsiteY5" fmla="*/ 4153 h 5789753"/>
                  <a:gd name="connsiteX0" fmla="*/ 6633 w 43884392"/>
                  <a:gd name="connsiteY0" fmla="*/ 0 h 5785600"/>
                  <a:gd name="connsiteX1" fmla="*/ 43884392 w 43884392"/>
                  <a:gd name="connsiteY1" fmla="*/ 1 h 5785600"/>
                  <a:gd name="connsiteX2" fmla="*/ 43829914 w 43884392"/>
                  <a:gd name="connsiteY2" fmla="*/ 5757562 h 5785600"/>
                  <a:gd name="connsiteX3" fmla="*/ 21429946 w 43884392"/>
                  <a:gd name="connsiteY3" fmla="*/ 3012175 h 5785600"/>
                  <a:gd name="connsiteX4" fmla="*/ 0 w 43884392"/>
                  <a:gd name="connsiteY4" fmla="*/ 5785600 h 5785600"/>
                  <a:gd name="connsiteX5" fmla="*/ 6633 w 43884392"/>
                  <a:gd name="connsiteY5" fmla="*/ 0 h 5785600"/>
                  <a:gd name="connsiteX0" fmla="*/ 6633 w 43876785"/>
                  <a:gd name="connsiteY0" fmla="*/ 7053 h 5792653"/>
                  <a:gd name="connsiteX1" fmla="*/ 43876785 w 43876785"/>
                  <a:gd name="connsiteY1" fmla="*/ 0 h 5792653"/>
                  <a:gd name="connsiteX2" fmla="*/ 43829914 w 43876785"/>
                  <a:gd name="connsiteY2" fmla="*/ 5764615 h 5792653"/>
                  <a:gd name="connsiteX3" fmla="*/ 21429946 w 43876785"/>
                  <a:gd name="connsiteY3" fmla="*/ 3019228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429946 w 43876785"/>
                  <a:gd name="connsiteY3" fmla="*/ 3019228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852793 w 43876785"/>
                  <a:gd name="connsiteY3" fmla="*/ 301922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852793 w 43876785"/>
                  <a:gd name="connsiteY3" fmla="*/ 301922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64377 w 43876785"/>
                  <a:gd name="connsiteY3" fmla="*/ 300041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44088 w 43876785"/>
                  <a:gd name="connsiteY3" fmla="*/ 300041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801199"/>
                  <a:gd name="connsiteX1" fmla="*/ 43876785 w 43876785"/>
                  <a:gd name="connsiteY1" fmla="*/ 0 h 5801199"/>
                  <a:gd name="connsiteX2" fmla="*/ 43831664 w 43876785"/>
                  <a:gd name="connsiteY2" fmla="*/ 5801199 h 5801199"/>
                  <a:gd name="connsiteX3" fmla="*/ 21923799 w 43876785"/>
                  <a:gd name="connsiteY3" fmla="*/ 3009824 h 5801199"/>
                  <a:gd name="connsiteX4" fmla="*/ 0 w 43876785"/>
                  <a:gd name="connsiteY4" fmla="*/ 5792653 h 5801199"/>
                  <a:gd name="connsiteX5" fmla="*/ 6633 w 43876785"/>
                  <a:gd name="connsiteY5" fmla="*/ 7053 h 5801199"/>
                  <a:gd name="connsiteX0" fmla="*/ 6633 w 43876785"/>
                  <a:gd name="connsiteY0" fmla="*/ 7053 h 5811651"/>
                  <a:gd name="connsiteX1" fmla="*/ 43876785 w 43876785"/>
                  <a:gd name="connsiteY1" fmla="*/ 0 h 5811651"/>
                  <a:gd name="connsiteX2" fmla="*/ 43826110 w 43876785"/>
                  <a:gd name="connsiteY2" fmla="*/ 5811651 h 5811651"/>
                  <a:gd name="connsiteX3" fmla="*/ 21923799 w 43876785"/>
                  <a:gd name="connsiteY3" fmla="*/ 3009824 h 5811651"/>
                  <a:gd name="connsiteX4" fmla="*/ 0 w 43876785"/>
                  <a:gd name="connsiteY4" fmla="*/ 5792653 h 5811651"/>
                  <a:gd name="connsiteX5" fmla="*/ 6633 w 43876785"/>
                  <a:gd name="connsiteY5" fmla="*/ 7053 h 5811651"/>
                  <a:gd name="connsiteX0" fmla="*/ -1 w 43870151"/>
                  <a:gd name="connsiteY0" fmla="*/ 7053 h 5818785"/>
                  <a:gd name="connsiteX1" fmla="*/ 43870151 w 43870151"/>
                  <a:gd name="connsiteY1" fmla="*/ 0 h 5818785"/>
                  <a:gd name="connsiteX2" fmla="*/ 43819476 w 43870151"/>
                  <a:gd name="connsiteY2" fmla="*/ 5811651 h 5818785"/>
                  <a:gd name="connsiteX3" fmla="*/ 21917165 w 43870151"/>
                  <a:gd name="connsiteY3" fmla="*/ 3009824 h 5818785"/>
                  <a:gd name="connsiteX4" fmla="*/ 4477 w 43870151"/>
                  <a:gd name="connsiteY4" fmla="*/ 5818785 h 5818785"/>
                  <a:gd name="connsiteX5" fmla="*/ -1 w 43870151"/>
                  <a:gd name="connsiteY5" fmla="*/ 7053 h 5818785"/>
                  <a:gd name="connsiteX0" fmla="*/ 239 w 43870391"/>
                  <a:gd name="connsiteY0" fmla="*/ 7053 h 5814778"/>
                  <a:gd name="connsiteX1" fmla="*/ 43870391 w 43870391"/>
                  <a:gd name="connsiteY1" fmla="*/ 0 h 5814778"/>
                  <a:gd name="connsiteX2" fmla="*/ 43819716 w 43870391"/>
                  <a:gd name="connsiteY2" fmla="*/ 5811651 h 5814778"/>
                  <a:gd name="connsiteX3" fmla="*/ 21917405 w 43870391"/>
                  <a:gd name="connsiteY3" fmla="*/ 3009824 h 5814778"/>
                  <a:gd name="connsiteX4" fmla="*/ 457 w 43870391"/>
                  <a:gd name="connsiteY4" fmla="*/ 5814778 h 5814778"/>
                  <a:gd name="connsiteX5" fmla="*/ 239 w 43870391"/>
                  <a:gd name="connsiteY5" fmla="*/ 7053 h 5814778"/>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806763 h 5811651"/>
                  <a:gd name="connsiteX5" fmla="*/ 239 w 43870391"/>
                  <a:gd name="connsiteY5" fmla="*/ 7053 h 5811651"/>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798748 h 5811651"/>
                  <a:gd name="connsiteX5" fmla="*/ 239 w 43870391"/>
                  <a:gd name="connsiteY5" fmla="*/ 7053 h 5811651"/>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798748 h 5811651"/>
                  <a:gd name="connsiteX5" fmla="*/ 239 w 43870391"/>
                  <a:gd name="connsiteY5" fmla="*/ 7053 h 5811651"/>
                  <a:gd name="connsiteX0" fmla="*/ 239 w 43842825"/>
                  <a:gd name="connsiteY0" fmla="*/ 7053 h 5811651"/>
                  <a:gd name="connsiteX1" fmla="*/ 43842825 w 43842825"/>
                  <a:gd name="connsiteY1" fmla="*/ 0 h 5811651"/>
                  <a:gd name="connsiteX2" fmla="*/ 43819716 w 43842825"/>
                  <a:gd name="connsiteY2" fmla="*/ 5811651 h 5811651"/>
                  <a:gd name="connsiteX3" fmla="*/ 21917405 w 43842825"/>
                  <a:gd name="connsiteY3" fmla="*/ 3009824 h 5811651"/>
                  <a:gd name="connsiteX4" fmla="*/ 457 w 43842825"/>
                  <a:gd name="connsiteY4" fmla="*/ 5798748 h 5811651"/>
                  <a:gd name="connsiteX5" fmla="*/ 239 w 43842825"/>
                  <a:gd name="connsiteY5" fmla="*/ 7053 h 5811651"/>
                  <a:gd name="connsiteX0" fmla="*/ 239 w 43824446"/>
                  <a:gd name="connsiteY0" fmla="*/ 7053 h 5811651"/>
                  <a:gd name="connsiteX1" fmla="*/ 43824446 w 43824446"/>
                  <a:gd name="connsiteY1" fmla="*/ 0 h 5811651"/>
                  <a:gd name="connsiteX2" fmla="*/ 43819716 w 43824446"/>
                  <a:gd name="connsiteY2" fmla="*/ 5811651 h 5811651"/>
                  <a:gd name="connsiteX3" fmla="*/ 21917405 w 43824446"/>
                  <a:gd name="connsiteY3" fmla="*/ 3009824 h 5811651"/>
                  <a:gd name="connsiteX4" fmla="*/ 457 w 43824446"/>
                  <a:gd name="connsiteY4" fmla="*/ 5798748 h 5811651"/>
                  <a:gd name="connsiteX5" fmla="*/ 239 w 43824446"/>
                  <a:gd name="connsiteY5" fmla="*/ 7053 h 581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24446" h="5811651">
                    <a:moveTo>
                      <a:pt x="239" y="7053"/>
                    </a:moveTo>
                    <a:lnTo>
                      <a:pt x="43824446" y="0"/>
                    </a:lnTo>
                    <a:cubicBezTo>
                      <a:pt x="43822869" y="1937217"/>
                      <a:pt x="43821293" y="3874434"/>
                      <a:pt x="43819716" y="5811651"/>
                    </a:cubicBezTo>
                    <a:cubicBezTo>
                      <a:pt x="38268362" y="4032785"/>
                      <a:pt x="30438085" y="2966157"/>
                      <a:pt x="21917405" y="3009824"/>
                    </a:cubicBezTo>
                    <a:cubicBezTo>
                      <a:pt x="14614291" y="3047251"/>
                      <a:pt x="6453731" y="3277510"/>
                      <a:pt x="457" y="5798748"/>
                    </a:cubicBezTo>
                    <a:cubicBezTo>
                      <a:pt x="-1036" y="3861504"/>
                      <a:pt x="1732" y="1944297"/>
                      <a:pt x="239" y="7053"/>
                    </a:cubicBezTo>
                    <a:close/>
                  </a:path>
                </a:pathLst>
              </a:custGeom>
              <a:gradFill flip="none" rotWithShape="1">
                <a:gsLst>
                  <a:gs pos="0">
                    <a:schemeClr val="accent6"/>
                  </a:gs>
                  <a:gs pos="100000">
                    <a:schemeClr val="accent4"/>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6">
                <a:extLst>
                  <a:ext uri="{FF2B5EF4-FFF2-40B4-BE49-F238E27FC236}">
                    <a16:creationId xmlns:a16="http://schemas.microsoft.com/office/drawing/2014/main" xmlns="" id="{13400DA2-F16C-C748-97F8-0704F0EA4025}"/>
                  </a:ext>
                </a:extLst>
              </p:cNvPr>
              <p:cNvSpPr/>
              <p:nvPr userDrawn="1"/>
            </p:nvSpPr>
            <p:spPr>
              <a:xfrm>
                <a:off x="-4323" y="5744"/>
                <a:ext cx="27440229" cy="4555641"/>
              </a:xfrm>
              <a:custGeom>
                <a:avLst/>
                <a:gdLst>
                  <a:gd name="connsiteX0" fmla="*/ 0 w 43891200"/>
                  <a:gd name="connsiteY0" fmla="*/ 0 h 7027483"/>
                  <a:gd name="connsiteX1" fmla="*/ 43891200 w 43891200"/>
                  <a:gd name="connsiteY1" fmla="*/ 0 h 7027483"/>
                  <a:gd name="connsiteX2" fmla="*/ 43891200 w 43891200"/>
                  <a:gd name="connsiteY2" fmla="*/ 7027483 h 7027483"/>
                  <a:gd name="connsiteX3" fmla="*/ 0 w 43891200"/>
                  <a:gd name="connsiteY3" fmla="*/ 7027483 h 7027483"/>
                  <a:gd name="connsiteX4" fmla="*/ 0 w 43891200"/>
                  <a:gd name="connsiteY4"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617527 w 43891200"/>
                  <a:gd name="connsiteY3" fmla="*/ 6999261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968081"/>
                  <a:gd name="connsiteY0" fmla="*/ 0 h 6688809"/>
                  <a:gd name="connsiteX1" fmla="*/ 43891200 w 43968081"/>
                  <a:gd name="connsiteY1" fmla="*/ 0 h 6688809"/>
                  <a:gd name="connsiteX2" fmla="*/ 43968081 w 43968081"/>
                  <a:gd name="connsiteY2" fmla="*/ 6358199 h 6688809"/>
                  <a:gd name="connsiteX3" fmla="*/ 21448200 w 43968081"/>
                  <a:gd name="connsiteY3" fmla="*/ 3838305 h 6688809"/>
                  <a:gd name="connsiteX4" fmla="*/ 28221 w 43968081"/>
                  <a:gd name="connsiteY4" fmla="*/ 6688809 h 6688809"/>
                  <a:gd name="connsiteX5" fmla="*/ 0 w 43968081"/>
                  <a:gd name="connsiteY5" fmla="*/ 0 h 6688809"/>
                  <a:gd name="connsiteX0" fmla="*/ 0 w 43891200"/>
                  <a:gd name="connsiteY0" fmla="*/ 0 h 6688809"/>
                  <a:gd name="connsiteX1" fmla="*/ 43891200 w 43891200"/>
                  <a:gd name="connsiteY1" fmla="*/ 0 h 6688809"/>
                  <a:gd name="connsiteX2" fmla="*/ 43793664 w 43891200"/>
                  <a:gd name="connsiteY2" fmla="*/ 6218350 h 6688809"/>
                  <a:gd name="connsiteX3" fmla="*/ 21448200 w 43891200"/>
                  <a:gd name="connsiteY3" fmla="*/ 3838305 h 6688809"/>
                  <a:gd name="connsiteX4" fmla="*/ 28221 w 43891200"/>
                  <a:gd name="connsiteY4" fmla="*/ 6688809 h 6688809"/>
                  <a:gd name="connsiteX5" fmla="*/ 0 w 43891200"/>
                  <a:gd name="connsiteY5" fmla="*/ 0 h 6688809"/>
                  <a:gd name="connsiteX0" fmla="*/ 0 w 43891200"/>
                  <a:gd name="connsiteY0" fmla="*/ 0 h 6688809"/>
                  <a:gd name="connsiteX1" fmla="*/ 43891200 w 43891200"/>
                  <a:gd name="connsiteY1" fmla="*/ 0 h 6688809"/>
                  <a:gd name="connsiteX2" fmla="*/ 43823938 w 43891200"/>
                  <a:gd name="connsiteY2" fmla="*/ 6183672 h 6688809"/>
                  <a:gd name="connsiteX3" fmla="*/ 21448200 w 43891200"/>
                  <a:gd name="connsiteY3" fmla="*/ 3838305 h 6688809"/>
                  <a:gd name="connsiteX4" fmla="*/ 28221 w 43891200"/>
                  <a:gd name="connsiteY4" fmla="*/ 6688809 h 6688809"/>
                  <a:gd name="connsiteX5" fmla="*/ 0 w 43891200"/>
                  <a:gd name="connsiteY5" fmla="*/ 0 h 6688809"/>
                  <a:gd name="connsiteX0" fmla="*/ 0 w 43823938"/>
                  <a:gd name="connsiteY0" fmla="*/ 0 h 6688809"/>
                  <a:gd name="connsiteX1" fmla="*/ 43800376 w 43823938"/>
                  <a:gd name="connsiteY1" fmla="*/ 0 h 6688809"/>
                  <a:gd name="connsiteX2" fmla="*/ 43823938 w 43823938"/>
                  <a:gd name="connsiteY2" fmla="*/ 6183672 h 6688809"/>
                  <a:gd name="connsiteX3" fmla="*/ 21448200 w 43823938"/>
                  <a:gd name="connsiteY3" fmla="*/ 3838305 h 6688809"/>
                  <a:gd name="connsiteX4" fmla="*/ 28221 w 43823938"/>
                  <a:gd name="connsiteY4" fmla="*/ 6688809 h 6688809"/>
                  <a:gd name="connsiteX5" fmla="*/ 0 w 43823938"/>
                  <a:gd name="connsiteY5" fmla="*/ 0 h 6688809"/>
                  <a:gd name="connsiteX0" fmla="*/ 0 w 43883631"/>
                  <a:gd name="connsiteY0" fmla="*/ 0 h 6688809"/>
                  <a:gd name="connsiteX1" fmla="*/ 43883631 w 43883631"/>
                  <a:gd name="connsiteY1" fmla="*/ 41614 h 6688809"/>
                  <a:gd name="connsiteX2" fmla="*/ 43823938 w 43883631"/>
                  <a:gd name="connsiteY2" fmla="*/ 6183672 h 6688809"/>
                  <a:gd name="connsiteX3" fmla="*/ 21448200 w 43883631"/>
                  <a:gd name="connsiteY3" fmla="*/ 3838305 h 6688809"/>
                  <a:gd name="connsiteX4" fmla="*/ 28221 w 43883631"/>
                  <a:gd name="connsiteY4" fmla="*/ 6688809 h 6688809"/>
                  <a:gd name="connsiteX5" fmla="*/ 0 w 43883631"/>
                  <a:gd name="connsiteY5" fmla="*/ 0 h 6688809"/>
                  <a:gd name="connsiteX0" fmla="*/ 0 w 43876062"/>
                  <a:gd name="connsiteY0" fmla="*/ 0 h 6688809"/>
                  <a:gd name="connsiteX1" fmla="*/ 43876062 w 43876062"/>
                  <a:gd name="connsiteY1" fmla="*/ 6936 h 6688809"/>
                  <a:gd name="connsiteX2" fmla="*/ 43823938 w 43876062"/>
                  <a:gd name="connsiteY2" fmla="*/ 6183672 h 6688809"/>
                  <a:gd name="connsiteX3" fmla="*/ 21448200 w 43876062"/>
                  <a:gd name="connsiteY3" fmla="*/ 3838305 h 6688809"/>
                  <a:gd name="connsiteX4" fmla="*/ 28221 w 43876062"/>
                  <a:gd name="connsiteY4" fmla="*/ 6688809 h 6688809"/>
                  <a:gd name="connsiteX5" fmla="*/ 0 w 43876062"/>
                  <a:gd name="connsiteY5" fmla="*/ 0 h 6688809"/>
                  <a:gd name="connsiteX0" fmla="*/ 0 w 43883634"/>
                  <a:gd name="connsiteY0" fmla="*/ 6936 h 6695745"/>
                  <a:gd name="connsiteX1" fmla="*/ 43883634 w 43883634"/>
                  <a:gd name="connsiteY1" fmla="*/ 0 h 6695745"/>
                  <a:gd name="connsiteX2" fmla="*/ 43823938 w 43883634"/>
                  <a:gd name="connsiteY2" fmla="*/ 6190608 h 6695745"/>
                  <a:gd name="connsiteX3" fmla="*/ 21448200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448200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86368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871047 w 43883634"/>
                  <a:gd name="connsiteY3" fmla="*/ 3810016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82633 w 43883634"/>
                  <a:gd name="connsiteY3" fmla="*/ 3782129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1837"/>
                  <a:gd name="connsiteX1" fmla="*/ 43883634 w 43883634"/>
                  <a:gd name="connsiteY1" fmla="*/ 0 h 6691837"/>
                  <a:gd name="connsiteX2" fmla="*/ 43827740 w 43883634"/>
                  <a:gd name="connsiteY2" fmla="*/ 6180150 h 6691837"/>
                  <a:gd name="connsiteX3" fmla="*/ 21911623 w 43883634"/>
                  <a:gd name="connsiteY3" fmla="*/ 3791425 h 6691837"/>
                  <a:gd name="connsiteX4" fmla="*/ 66513 w 43883634"/>
                  <a:gd name="connsiteY4" fmla="*/ 6691837 h 6691837"/>
                  <a:gd name="connsiteX5" fmla="*/ 0 w 43883634"/>
                  <a:gd name="connsiteY5" fmla="*/ 6936 h 6691837"/>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23933 w 43834140"/>
                  <a:gd name="connsiteY0" fmla="*/ 15369 h 6695746"/>
                  <a:gd name="connsiteX1" fmla="*/ 43834140 w 43834140"/>
                  <a:gd name="connsiteY1" fmla="*/ 0 h 6695746"/>
                  <a:gd name="connsiteX2" fmla="*/ 43778245 w 43834140"/>
                  <a:gd name="connsiteY2" fmla="*/ 5777889 h 6695746"/>
                  <a:gd name="connsiteX3" fmla="*/ 21862129 w 43834140"/>
                  <a:gd name="connsiteY3" fmla="*/ 3791425 h 6695746"/>
                  <a:gd name="connsiteX4" fmla="*/ 0 w 43834140"/>
                  <a:gd name="connsiteY4" fmla="*/ 6695746 h 6695746"/>
                  <a:gd name="connsiteX5" fmla="*/ 23933 w 43834140"/>
                  <a:gd name="connsiteY5" fmla="*/ 15369 h 6695746"/>
                  <a:gd name="connsiteX0" fmla="*/ 1414 w 43848334"/>
                  <a:gd name="connsiteY0" fmla="*/ 15369 h 6695746"/>
                  <a:gd name="connsiteX1" fmla="*/ 43848334 w 43848334"/>
                  <a:gd name="connsiteY1" fmla="*/ 0 h 6695746"/>
                  <a:gd name="connsiteX2" fmla="*/ 43792439 w 43848334"/>
                  <a:gd name="connsiteY2" fmla="*/ 5777889 h 6695746"/>
                  <a:gd name="connsiteX3" fmla="*/ 21876323 w 43848334"/>
                  <a:gd name="connsiteY3" fmla="*/ 3791425 h 6695746"/>
                  <a:gd name="connsiteX4" fmla="*/ 14194 w 43848334"/>
                  <a:gd name="connsiteY4" fmla="*/ 6695746 h 6695746"/>
                  <a:gd name="connsiteX5" fmla="*/ 1414 w 43848334"/>
                  <a:gd name="connsiteY5" fmla="*/ 15369 h 6695746"/>
                  <a:gd name="connsiteX0" fmla="*/ 1414 w 43792439"/>
                  <a:gd name="connsiteY0" fmla="*/ 6936 h 6687313"/>
                  <a:gd name="connsiteX1" fmla="*/ 43729019 w 43792439"/>
                  <a:gd name="connsiteY1" fmla="*/ 0 h 6687313"/>
                  <a:gd name="connsiteX2" fmla="*/ 43792439 w 43792439"/>
                  <a:gd name="connsiteY2" fmla="*/ 5769456 h 6687313"/>
                  <a:gd name="connsiteX3" fmla="*/ 21876323 w 43792439"/>
                  <a:gd name="connsiteY3" fmla="*/ 3782992 h 6687313"/>
                  <a:gd name="connsiteX4" fmla="*/ 14194 w 43792439"/>
                  <a:gd name="connsiteY4" fmla="*/ 6687313 h 6687313"/>
                  <a:gd name="connsiteX5" fmla="*/ 1414 w 43792439"/>
                  <a:gd name="connsiteY5" fmla="*/ 6936 h 6687313"/>
                  <a:gd name="connsiteX0" fmla="*/ 1414 w 43792439"/>
                  <a:gd name="connsiteY0" fmla="*/ 0 h 6680377"/>
                  <a:gd name="connsiteX1" fmla="*/ 43600524 w 43792439"/>
                  <a:gd name="connsiteY1" fmla="*/ 77395 h 6680377"/>
                  <a:gd name="connsiteX2" fmla="*/ 43792439 w 43792439"/>
                  <a:gd name="connsiteY2" fmla="*/ 5762520 h 6680377"/>
                  <a:gd name="connsiteX3" fmla="*/ 21876323 w 43792439"/>
                  <a:gd name="connsiteY3" fmla="*/ 3776056 h 6680377"/>
                  <a:gd name="connsiteX4" fmla="*/ 14194 w 43792439"/>
                  <a:gd name="connsiteY4" fmla="*/ 6680377 h 6680377"/>
                  <a:gd name="connsiteX5" fmla="*/ 1414 w 43792439"/>
                  <a:gd name="connsiteY5" fmla="*/ 0 h 6680377"/>
                  <a:gd name="connsiteX0" fmla="*/ 1414 w 43792439"/>
                  <a:gd name="connsiteY0" fmla="*/ 0 h 6680377"/>
                  <a:gd name="connsiteX1" fmla="*/ 43683128 w 43792439"/>
                  <a:gd name="connsiteY1" fmla="*/ 119561 h 6680377"/>
                  <a:gd name="connsiteX2" fmla="*/ 43792439 w 43792439"/>
                  <a:gd name="connsiteY2" fmla="*/ 5762520 h 6680377"/>
                  <a:gd name="connsiteX3" fmla="*/ 21876323 w 43792439"/>
                  <a:gd name="connsiteY3" fmla="*/ 3776056 h 6680377"/>
                  <a:gd name="connsiteX4" fmla="*/ 14194 w 43792439"/>
                  <a:gd name="connsiteY4" fmla="*/ 6680377 h 6680377"/>
                  <a:gd name="connsiteX5" fmla="*/ 1414 w 43792439"/>
                  <a:gd name="connsiteY5" fmla="*/ 0 h 6680377"/>
                  <a:gd name="connsiteX0" fmla="*/ 1414 w 43793267"/>
                  <a:gd name="connsiteY0" fmla="*/ 0 h 6680377"/>
                  <a:gd name="connsiteX1" fmla="*/ 43793267 w 43793267"/>
                  <a:gd name="connsiteY1" fmla="*/ 1497 h 6680377"/>
                  <a:gd name="connsiteX2" fmla="*/ 43792439 w 43793267"/>
                  <a:gd name="connsiteY2" fmla="*/ 5762520 h 6680377"/>
                  <a:gd name="connsiteX3" fmla="*/ 21876323 w 43793267"/>
                  <a:gd name="connsiteY3" fmla="*/ 3776056 h 6680377"/>
                  <a:gd name="connsiteX4" fmla="*/ 14194 w 43793267"/>
                  <a:gd name="connsiteY4" fmla="*/ 6680377 h 6680377"/>
                  <a:gd name="connsiteX5" fmla="*/ 1414 w 43793267"/>
                  <a:gd name="connsiteY5" fmla="*/ 0 h 668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93267" h="6680377">
                    <a:moveTo>
                      <a:pt x="1414" y="0"/>
                    </a:moveTo>
                    <a:lnTo>
                      <a:pt x="43793267" y="1497"/>
                    </a:lnTo>
                    <a:cubicBezTo>
                      <a:pt x="43793267" y="2343991"/>
                      <a:pt x="43792439" y="3420026"/>
                      <a:pt x="43792439" y="5762520"/>
                    </a:cubicBezTo>
                    <a:cubicBezTo>
                      <a:pt x="38990659" y="4549272"/>
                      <a:pt x="29172697" y="3623080"/>
                      <a:pt x="21876323" y="3776056"/>
                    </a:cubicBezTo>
                    <a:cubicBezTo>
                      <a:pt x="14579949" y="3929032"/>
                      <a:pt x="6467468" y="4159139"/>
                      <a:pt x="14194" y="6680377"/>
                    </a:cubicBezTo>
                    <a:cubicBezTo>
                      <a:pt x="22172" y="4453585"/>
                      <a:pt x="-6564" y="2226792"/>
                      <a:pt x="1414" y="0"/>
                    </a:cubicBezTo>
                    <a:close/>
                  </a:path>
                </a:pathLst>
              </a:custGeom>
              <a:gradFill flip="none" rotWithShape="1">
                <a:gsLst>
                  <a:gs pos="0">
                    <a:schemeClr val="accent6"/>
                  </a:gs>
                  <a:gs pos="10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5">
                <a:extLst>
                  <a:ext uri="{FF2B5EF4-FFF2-40B4-BE49-F238E27FC236}">
                    <a16:creationId xmlns:a16="http://schemas.microsoft.com/office/drawing/2014/main" xmlns="" id="{0E6B884C-4713-A542-B087-5A7752DEFD8D}"/>
                  </a:ext>
                </a:extLst>
              </p:cNvPr>
              <p:cNvSpPr/>
              <p:nvPr userDrawn="1"/>
            </p:nvSpPr>
            <p:spPr>
              <a:xfrm>
                <a:off x="-14192" y="1382"/>
                <a:ext cx="27451941" cy="4570665"/>
              </a:xfrm>
              <a:custGeom>
                <a:avLst/>
                <a:gdLst>
                  <a:gd name="connsiteX0" fmla="*/ 0 w 43891200"/>
                  <a:gd name="connsiteY0" fmla="*/ 0 h 2171777"/>
                  <a:gd name="connsiteX1" fmla="*/ 43891200 w 43891200"/>
                  <a:gd name="connsiteY1" fmla="*/ 0 h 2171777"/>
                  <a:gd name="connsiteX2" fmla="*/ 43891200 w 43891200"/>
                  <a:gd name="connsiteY2" fmla="*/ 2171777 h 2171777"/>
                  <a:gd name="connsiteX3" fmla="*/ 0 w 43891200"/>
                  <a:gd name="connsiteY3" fmla="*/ 2171777 h 2171777"/>
                  <a:gd name="connsiteX4" fmla="*/ 0 w 43891200"/>
                  <a:gd name="connsiteY4" fmla="*/ 0 h 2171777"/>
                  <a:gd name="connsiteX0" fmla="*/ 0 w 43891200"/>
                  <a:gd name="connsiteY0" fmla="*/ 0 h 2171777"/>
                  <a:gd name="connsiteX1" fmla="*/ 43891200 w 43891200"/>
                  <a:gd name="connsiteY1" fmla="*/ 0 h 2171777"/>
                  <a:gd name="connsiteX2" fmla="*/ 43891200 w 43891200"/>
                  <a:gd name="connsiteY2" fmla="*/ 2171777 h 2171777"/>
                  <a:gd name="connsiteX3" fmla="*/ 21843298 w 43891200"/>
                  <a:gd name="connsiteY3" fmla="*/ 2143554 h 2171777"/>
                  <a:gd name="connsiteX4" fmla="*/ 0 w 43891200"/>
                  <a:gd name="connsiteY4" fmla="*/ 2171777 h 2171777"/>
                  <a:gd name="connsiteX5" fmla="*/ 0 w 43891200"/>
                  <a:gd name="connsiteY5" fmla="*/ 0 h 2171777"/>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90029"/>
                  <a:gd name="connsiteX1" fmla="*/ 43891200 w 43891200"/>
                  <a:gd name="connsiteY1" fmla="*/ 0 h 5390029"/>
                  <a:gd name="connsiteX2" fmla="*/ 43891200 w 43891200"/>
                  <a:gd name="connsiteY2" fmla="*/ 2171777 h 5390029"/>
                  <a:gd name="connsiteX3" fmla="*/ 21843298 w 43891200"/>
                  <a:gd name="connsiteY3" fmla="*/ 2143554 h 5390029"/>
                  <a:gd name="connsiteX4" fmla="*/ 28221 w 43891200"/>
                  <a:gd name="connsiteY4" fmla="*/ 5360956 h 5390029"/>
                  <a:gd name="connsiteX5" fmla="*/ 0 w 43891200"/>
                  <a:gd name="connsiteY5" fmla="*/ 0 h 5390029"/>
                  <a:gd name="connsiteX0" fmla="*/ 0 w 43891200"/>
                  <a:gd name="connsiteY0" fmla="*/ 0 h 5390029"/>
                  <a:gd name="connsiteX1" fmla="*/ 43891200 w 43891200"/>
                  <a:gd name="connsiteY1" fmla="*/ 0 h 5390029"/>
                  <a:gd name="connsiteX2" fmla="*/ 43891200 w 43891200"/>
                  <a:gd name="connsiteY2" fmla="*/ 2171777 h 5390029"/>
                  <a:gd name="connsiteX3" fmla="*/ 21843298 w 43891200"/>
                  <a:gd name="connsiteY3" fmla="*/ 2143554 h 5390029"/>
                  <a:gd name="connsiteX4" fmla="*/ 28221 w 43891200"/>
                  <a:gd name="connsiteY4" fmla="*/ 5360956 h 5390029"/>
                  <a:gd name="connsiteX5" fmla="*/ 0 w 43891200"/>
                  <a:gd name="connsiteY5" fmla="*/ 0 h 5390029"/>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691988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778314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197 w 43891200"/>
                  <a:gd name="connsiteY2" fmla="*/ 2143554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197 w 43891200"/>
                  <a:gd name="connsiteY2" fmla="*/ 2143554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83162"/>
                  <a:gd name="connsiteX1" fmla="*/ 43891200 w 43891200"/>
                  <a:gd name="connsiteY1" fmla="*/ 0 h 5383162"/>
                  <a:gd name="connsiteX2" fmla="*/ 43891197 w 43891200"/>
                  <a:gd name="connsiteY2" fmla="*/ 2143554 h 5383162"/>
                  <a:gd name="connsiteX3" fmla="*/ 21843298 w 43891200"/>
                  <a:gd name="connsiteY3" fmla="*/ 1381537 h 5383162"/>
                  <a:gd name="connsiteX4" fmla="*/ 12981 w 43891200"/>
                  <a:gd name="connsiteY4" fmla="*/ 5383162 h 5383162"/>
                  <a:gd name="connsiteX5" fmla="*/ 0 w 43891200"/>
                  <a:gd name="connsiteY5" fmla="*/ 0 h 5383162"/>
                  <a:gd name="connsiteX0" fmla="*/ 0 w 43891200"/>
                  <a:gd name="connsiteY0" fmla="*/ 0 h 5353553"/>
                  <a:gd name="connsiteX1" fmla="*/ 43891200 w 43891200"/>
                  <a:gd name="connsiteY1" fmla="*/ 0 h 5353553"/>
                  <a:gd name="connsiteX2" fmla="*/ 43891197 w 43891200"/>
                  <a:gd name="connsiteY2" fmla="*/ 2143554 h 5353553"/>
                  <a:gd name="connsiteX3" fmla="*/ 21843298 w 43891200"/>
                  <a:gd name="connsiteY3" fmla="*/ 1381537 h 5353553"/>
                  <a:gd name="connsiteX4" fmla="*/ 12981 w 43891200"/>
                  <a:gd name="connsiteY4" fmla="*/ 5353553 h 5353553"/>
                  <a:gd name="connsiteX5" fmla="*/ 0 w 43891200"/>
                  <a:gd name="connsiteY5" fmla="*/ 0 h 5353553"/>
                  <a:gd name="connsiteX0" fmla="*/ 0 w 43891200"/>
                  <a:gd name="connsiteY0" fmla="*/ 0 h 5375759"/>
                  <a:gd name="connsiteX1" fmla="*/ 43891200 w 43891200"/>
                  <a:gd name="connsiteY1" fmla="*/ 0 h 5375759"/>
                  <a:gd name="connsiteX2" fmla="*/ 43891197 w 43891200"/>
                  <a:gd name="connsiteY2" fmla="*/ 2143554 h 5375759"/>
                  <a:gd name="connsiteX3" fmla="*/ 21843298 w 43891200"/>
                  <a:gd name="connsiteY3" fmla="*/ 1381537 h 5375759"/>
                  <a:gd name="connsiteX4" fmla="*/ 2821 w 43891200"/>
                  <a:gd name="connsiteY4" fmla="*/ 5375759 h 5375759"/>
                  <a:gd name="connsiteX5" fmla="*/ 0 w 43891200"/>
                  <a:gd name="connsiteY5" fmla="*/ 0 h 5375759"/>
                  <a:gd name="connsiteX0" fmla="*/ 0 w 43891200"/>
                  <a:gd name="connsiteY0" fmla="*/ 0 h 5391472"/>
                  <a:gd name="connsiteX1" fmla="*/ 43891200 w 43891200"/>
                  <a:gd name="connsiteY1" fmla="*/ 0 h 5391472"/>
                  <a:gd name="connsiteX2" fmla="*/ 43891197 w 43891200"/>
                  <a:gd name="connsiteY2" fmla="*/ 2143554 h 5391472"/>
                  <a:gd name="connsiteX3" fmla="*/ 21843298 w 43891200"/>
                  <a:gd name="connsiteY3" fmla="*/ 1381537 h 5391472"/>
                  <a:gd name="connsiteX4" fmla="*/ 24143 w 43891200"/>
                  <a:gd name="connsiteY4" fmla="*/ 5391472 h 5391472"/>
                  <a:gd name="connsiteX5" fmla="*/ 0 w 43891200"/>
                  <a:gd name="connsiteY5" fmla="*/ 0 h 5391472"/>
                  <a:gd name="connsiteX0" fmla="*/ 0 w 43891200"/>
                  <a:gd name="connsiteY0" fmla="*/ 0 h 5388329"/>
                  <a:gd name="connsiteX1" fmla="*/ 43891200 w 43891200"/>
                  <a:gd name="connsiteY1" fmla="*/ 0 h 5388329"/>
                  <a:gd name="connsiteX2" fmla="*/ 43891197 w 43891200"/>
                  <a:gd name="connsiteY2" fmla="*/ 2143554 h 5388329"/>
                  <a:gd name="connsiteX3" fmla="*/ 21843298 w 43891200"/>
                  <a:gd name="connsiteY3" fmla="*/ 1381537 h 5388329"/>
                  <a:gd name="connsiteX4" fmla="*/ 11350 w 43891200"/>
                  <a:gd name="connsiteY4" fmla="*/ 5388329 h 5388329"/>
                  <a:gd name="connsiteX5" fmla="*/ 0 w 43891200"/>
                  <a:gd name="connsiteY5" fmla="*/ 0 h 5388329"/>
                  <a:gd name="connsiteX0" fmla="*/ 0 w 43918796"/>
                  <a:gd name="connsiteY0" fmla="*/ 0 h 5388329"/>
                  <a:gd name="connsiteX1" fmla="*/ 43918796 w 43918796"/>
                  <a:gd name="connsiteY1" fmla="*/ 0 h 5388329"/>
                  <a:gd name="connsiteX2" fmla="*/ 43918793 w 43918796"/>
                  <a:gd name="connsiteY2" fmla="*/ 2143554 h 5388329"/>
                  <a:gd name="connsiteX3" fmla="*/ 21870894 w 43918796"/>
                  <a:gd name="connsiteY3" fmla="*/ 1381537 h 5388329"/>
                  <a:gd name="connsiteX4" fmla="*/ 38946 w 43918796"/>
                  <a:gd name="connsiteY4" fmla="*/ 5388329 h 5388329"/>
                  <a:gd name="connsiteX5" fmla="*/ 0 w 43918796"/>
                  <a:gd name="connsiteY5" fmla="*/ 0 h 5388329"/>
                  <a:gd name="connsiteX0" fmla="*/ 0 w 43882001"/>
                  <a:gd name="connsiteY0" fmla="*/ 6780 h 5388329"/>
                  <a:gd name="connsiteX1" fmla="*/ 43882001 w 43882001"/>
                  <a:gd name="connsiteY1" fmla="*/ 0 h 5388329"/>
                  <a:gd name="connsiteX2" fmla="*/ 43881998 w 43882001"/>
                  <a:gd name="connsiteY2" fmla="*/ 2143554 h 5388329"/>
                  <a:gd name="connsiteX3" fmla="*/ 21834099 w 43882001"/>
                  <a:gd name="connsiteY3" fmla="*/ 1381537 h 5388329"/>
                  <a:gd name="connsiteX4" fmla="*/ 2151 w 43882001"/>
                  <a:gd name="connsiteY4" fmla="*/ 5388329 h 5388329"/>
                  <a:gd name="connsiteX5" fmla="*/ 0 w 43882001"/>
                  <a:gd name="connsiteY5" fmla="*/ 6780 h 5388329"/>
                  <a:gd name="connsiteX0" fmla="*/ 0 w 43909597"/>
                  <a:gd name="connsiteY0" fmla="*/ 6780 h 5388329"/>
                  <a:gd name="connsiteX1" fmla="*/ 43909597 w 43909597"/>
                  <a:gd name="connsiteY1" fmla="*/ 0 h 5388329"/>
                  <a:gd name="connsiteX2" fmla="*/ 43909594 w 43909597"/>
                  <a:gd name="connsiteY2" fmla="*/ 2143554 h 5388329"/>
                  <a:gd name="connsiteX3" fmla="*/ 21861695 w 43909597"/>
                  <a:gd name="connsiteY3" fmla="*/ 1381537 h 5388329"/>
                  <a:gd name="connsiteX4" fmla="*/ 29747 w 43909597"/>
                  <a:gd name="connsiteY4" fmla="*/ 5388329 h 5388329"/>
                  <a:gd name="connsiteX5" fmla="*/ 0 w 43909597"/>
                  <a:gd name="connsiteY5" fmla="*/ 6780 h 5388329"/>
                  <a:gd name="connsiteX0" fmla="*/ 16283 w 43879886"/>
                  <a:gd name="connsiteY0" fmla="*/ 13560 h 5388329"/>
                  <a:gd name="connsiteX1" fmla="*/ 43879886 w 43879886"/>
                  <a:gd name="connsiteY1" fmla="*/ 0 h 5388329"/>
                  <a:gd name="connsiteX2" fmla="*/ 43879883 w 43879886"/>
                  <a:gd name="connsiteY2" fmla="*/ 2143554 h 5388329"/>
                  <a:gd name="connsiteX3" fmla="*/ 21831984 w 43879886"/>
                  <a:gd name="connsiteY3" fmla="*/ 1381537 h 5388329"/>
                  <a:gd name="connsiteX4" fmla="*/ 36 w 43879886"/>
                  <a:gd name="connsiteY4" fmla="*/ 5388329 h 5388329"/>
                  <a:gd name="connsiteX5" fmla="*/ 16283 w 43879886"/>
                  <a:gd name="connsiteY5" fmla="*/ 13560 h 5388329"/>
                  <a:gd name="connsiteX0" fmla="*/ 7118 w 43879920"/>
                  <a:gd name="connsiteY0" fmla="*/ 6780 h 5388329"/>
                  <a:gd name="connsiteX1" fmla="*/ 43879920 w 43879920"/>
                  <a:gd name="connsiteY1" fmla="*/ 0 h 5388329"/>
                  <a:gd name="connsiteX2" fmla="*/ 43879917 w 43879920"/>
                  <a:gd name="connsiteY2" fmla="*/ 2143554 h 5388329"/>
                  <a:gd name="connsiteX3" fmla="*/ 21832018 w 43879920"/>
                  <a:gd name="connsiteY3" fmla="*/ 1381537 h 5388329"/>
                  <a:gd name="connsiteX4" fmla="*/ 70 w 43879920"/>
                  <a:gd name="connsiteY4" fmla="*/ 5388329 h 5388329"/>
                  <a:gd name="connsiteX5" fmla="*/ 7118 w 43879920"/>
                  <a:gd name="connsiteY5" fmla="*/ 6780 h 5388329"/>
                  <a:gd name="connsiteX0" fmla="*/ 0 w 43900399"/>
                  <a:gd name="connsiteY0" fmla="*/ 0 h 5388329"/>
                  <a:gd name="connsiteX1" fmla="*/ 43900399 w 43900399"/>
                  <a:gd name="connsiteY1" fmla="*/ 0 h 5388329"/>
                  <a:gd name="connsiteX2" fmla="*/ 43900396 w 43900399"/>
                  <a:gd name="connsiteY2" fmla="*/ 2143554 h 5388329"/>
                  <a:gd name="connsiteX3" fmla="*/ 21852497 w 43900399"/>
                  <a:gd name="connsiteY3" fmla="*/ 1381537 h 5388329"/>
                  <a:gd name="connsiteX4" fmla="*/ 20549 w 43900399"/>
                  <a:gd name="connsiteY4" fmla="*/ 5388329 h 5388329"/>
                  <a:gd name="connsiteX5" fmla="*/ 0 w 43900399"/>
                  <a:gd name="connsiteY5" fmla="*/ 0 h 5388329"/>
                  <a:gd name="connsiteX0" fmla="*/ 0 w 43900396"/>
                  <a:gd name="connsiteY0" fmla="*/ 0 h 5388329"/>
                  <a:gd name="connsiteX1" fmla="*/ 43854405 w 43900396"/>
                  <a:gd name="connsiteY1" fmla="*/ 27119 h 5388329"/>
                  <a:gd name="connsiteX2" fmla="*/ 43900396 w 43900396"/>
                  <a:gd name="connsiteY2" fmla="*/ 2143554 h 5388329"/>
                  <a:gd name="connsiteX3" fmla="*/ 21852497 w 43900396"/>
                  <a:gd name="connsiteY3" fmla="*/ 1381537 h 5388329"/>
                  <a:gd name="connsiteX4" fmla="*/ 20549 w 43900396"/>
                  <a:gd name="connsiteY4" fmla="*/ 5388329 h 5388329"/>
                  <a:gd name="connsiteX5" fmla="*/ 0 w 43900396"/>
                  <a:gd name="connsiteY5" fmla="*/ 0 h 5388329"/>
                  <a:gd name="connsiteX0" fmla="*/ 0 w 43900398"/>
                  <a:gd name="connsiteY0" fmla="*/ 0 h 5388329"/>
                  <a:gd name="connsiteX1" fmla="*/ 43900398 w 43900398"/>
                  <a:gd name="connsiteY1" fmla="*/ 6780 h 5388329"/>
                  <a:gd name="connsiteX2" fmla="*/ 43900396 w 43900398"/>
                  <a:gd name="connsiteY2" fmla="*/ 2143554 h 5388329"/>
                  <a:gd name="connsiteX3" fmla="*/ 21852497 w 43900398"/>
                  <a:gd name="connsiteY3" fmla="*/ 1381537 h 5388329"/>
                  <a:gd name="connsiteX4" fmla="*/ 20549 w 43900398"/>
                  <a:gd name="connsiteY4" fmla="*/ 5388329 h 5388329"/>
                  <a:gd name="connsiteX5" fmla="*/ 0 w 43900398"/>
                  <a:gd name="connsiteY5" fmla="*/ 0 h 5388329"/>
                  <a:gd name="connsiteX0" fmla="*/ 0 w 43909598"/>
                  <a:gd name="connsiteY0" fmla="*/ 0 h 5388329"/>
                  <a:gd name="connsiteX1" fmla="*/ 43909598 w 43909598"/>
                  <a:gd name="connsiteY1" fmla="*/ 6780 h 5388329"/>
                  <a:gd name="connsiteX2" fmla="*/ 43900396 w 43909598"/>
                  <a:gd name="connsiteY2" fmla="*/ 2143554 h 5388329"/>
                  <a:gd name="connsiteX3" fmla="*/ 21852497 w 43909598"/>
                  <a:gd name="connsiteY3" fmla="*/ 1381537 h 5388329"/>
                  <a:gd name="connsiteX4" fmla="*/ 20549 w 43909598"/>
                  <a:gd name="connsiteY4" fmla="*/ 5388329 h 5388329"/>
                  <a:gd name="connsiteX5" fmla="*/ 0 w 43909598"/>
                  <a:gd name="connsiteY5" fmla="*/ 0 h 538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909598" h="5388329">
                    <a:moveTo>
                      <a:pt x="0" y="0"/>
                    </a:moveTo>
                    <a:lnTo>
                      <a:pt x="43909598" y="6780"/>
                    </a:lnTo>
                    <a:cubicBezTo>
                      <a:pt x="43909597" y="719038"/>
                      <a:pt x="43900397" y="1431296"/>
                      <a:pt x="43900396" y="2143554"/>
                    </a:cubicBezTo>
                    <a:cubicBezTo>
                      <a:pt x="37284373" y="1358490"/>
                      <a:pt x="29162993" y="845303"/>
                      <a:pt x="21852497" y="1381537"/>
                    </a:cubicBezTo>
                    <a:cubicBezTo>
                      <a:pt x="14542001" y="1917771"/>
                      <a:pt x="6144574" y="2782191"/>
                      <a:pt x="20549" y="5388329"/>
                    </a:cubicBezTo>
                    <a:cubicBezTo>
                      <a:pt x="19609" y="3596409"/>
                      <a:pt x="940" y="1791920"/>
                      <a:pt x="0" y="0"/>
                    </a:cubicBezTo>
                    <a:close/>
                  </a:path>
                </a:pathLst>
              </a:custGeom>
              <a:gradFill flip="none" rotWithShape="1">
                <a:gsLst>
                  <a:gs pos="0">
                    <a:schemeClr val="tx2"/>
                  </a:gs>
                  <a:gs pos="10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n>
                    <a:noFill/>
                  </a:ln>
                  <a:solidFill>
                    <a:schemeClr val="accent1"/>
                  </a:solidFill>
                </a:endParaRPr>
              </a:p>
            </p:txBody>
          </p:sp>
        </p:grpSp>
      </p:grpSp>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3038715" rtl="0" eaLnBrk="1" latinLnBrk="0" hangingPunct="1">
        <a:spcBef>
          <a:spcPct val="0"/>
        </a:spcBef>
        <a:buNone/>
        <a:defRPr sz="6000" kern="1200">
          <a:solidFill>
            <a:schemeClr val="bg1"/>
          </a:solidFill>
          <a:latin typeface="Trebuchet MS" pitchFamily="34" charset="0"/>
          <a:ea typeface="+mj-ea"/>
          <a:cs typeface="+mj-cs"/>
        </a:defRPr>
      </a:lvl1pPr>
    </p:titleStyle>
    <p:bodyStyle>
      <a:lvl1pPr marL="1139518" indent="-1139518" algn="l" defTabSz="3038715" rtl="0" eaLnBrk="1" latinLnBrk="0" hangingPunct="1">
        <a:spcBef>
          <a:spcPct val="20000"/>
        </a:spcBef>
        <a:buFont typeface="Arial" pitchFamily="34" charset="0"/>
        <a:buChar char="•"/>
        <a:defRPr sz="10600" kern="1200">
          <a:solidFill>
            <a:schemeClr val="tx1"/>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p:bodyStyle>
    <p:other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6283652E-D0EB-A240-919F-E16882B3D9BE}"/>
              </a:ext>
            </a:extLst>
          </p:cNvPr>
          <p:cNvSpPr>
            <a:spLocks noGrp="1"/>
          </p:cNvSpPr>
          <p:nvPr>
            <p:ph type="body" sz="quarter" idx="10"/>
          </p:nvPr>
        </p:nvSpPr>
        <p:spPr>
          <a:xfrm>
            <a:off x="449463" y="6686550"/>
            <a:ext cx="10101856" cy="2560239"/>
          </a:xfrm>
        </p:spPr>
        <p:txBody>
          <a:bodyPr/>
          <a:lstStyle/>
          <a:p>
            <a:pPr algn="just"/>
            <a:r>
              <a:rPr lang="ru-RU" sz="2800" dirty="0" smtClean="0"/>
              <a:t>Проект создан для обучения людей различных возрастов программированию.</a:t>
            </a:r>
          </a:p>
          <a:p>
            <a:pPr algn="just"/>
            <a:r>
              <a:rPr lang="ru-RU" sz="2800" dirty="0" smtClean="0"/>
              <a:t>На данный момент различные курсы и </a:t>
            </a:r>
            <a:r>
              <a:rPr lang="ru-RU" sz="2800" dirty="0" err="1" smtClean="0"/>
              <a:t>онлай-обучение</a:t>
            </a:r>
            <a:r>
              <a:rPr lang="ru-RU" sz="2800" dirty="0" smtClean="0"/>
              <a:t> стали очень популярными, ведь таким образом мы можем развиваться в любое удобное для нас время.</a:t>
            </a:r>
            <a:endParaRPr lang="en-US" sz="2800" dirty="0"/>
          </a:p>
        </p:txBody>
      </p:sp>
      <p:sp>
        <p:nvSpPr>
          <p:cNvPr id="3" name="Text Placeholder 2">
            <a:extLst>
              <a:ext uri="{FF2B5EF4-FFF2-40B4-BE49-F238E27FC236}">
                <a16:creationId xmlns:a16="http://schemas.microsoft.com/office/drawing/2014/main" xmlns="" id="{BC88A77E-7609-2242-9791-159A0F2EF28D}"/>
              </a:ext>
            </a:extLst>
          </p:cNvPr>
          <p:cNvSpPr>
            <a:spLocks noGrp="1"/>
          </p:cNvSpPr>
          <p:nvPr>
            <p:ph type="body" sz="quarter" idx="11"/>
          </p:nvPr>
        </p:nvSpPr>
        <p:spPr>
          <a:xfrm>
            <a:off x="449463" y="4278324"/>
            <a:ext cx="10093882" cy="743404"/>
          </a:xfrm>
        </p:spPr>
        <p:txBody>
          <a:bodyPr/>
          <a:lstStyle/>
          <a:p>
            <a:r>
              <a:rPr lang="ru-RU" sz="4000" dirty="0" smtClean="0"/>
              <a:t>О чем проект?</a:t>
            </a:r>
            <a:endParaRPr lang="en-US" sz="4000" dirty="0"/>
          </a:p>
        </p:txBody>
      </p:sp>
      <p:sp>
        <p:nvSpPr>
          <p:cNvPr id="4" name="Text Placeholder 3">
            <a:extLst>
              <a:ext uri="{FF2B5EF4-FFF2-40B4-BE49-F238E27FC236}">
                <a16:creationId xmlns:a16="http://schemas.microsoft.com/office/drawing/2014/main" xmlns="" id="{05B58B22-95ED-AF45-AA01-917D20D977C2}"/>
              </a:ext>
            </a:extLst>
          </p:cNvPr>
          <p:cNvSpPr>
            <a:spLocks noGrp="1"/>
          </p:cNvSpPr>
          <p:nvPr>
            <p:ph type="body" sz="quarter" idx="20"/>
          </p:nvPr>
        </p:nvSpPr>
        <p:spPr>
          <a:xfrm>
            <a:off x="449461" y="12222236"/>
            <a:ext cx="10096349" cy="743404"/>
          </a:xfrm>
        </p:spPr>
        <p:txBody>
          <a:bodyPr/>
          <a:lstStyle/>
          <a:p>
            <a:r>
              <a:rPr lang="ru-RU" sz="4000" dirty="0" smtClean="0"/>
              <a:t>Статистика</a:t>
            </a:r>
            <a:endParaRPr lang="en-US" sz="4000" dirty="0"/>
          </a:p>
        </p:txBody>
      </p:sp>
      <p:sp>
        <p:nvSpPr>
          <p:cNvPr id="5" name="Text Placeholder 4">
            <a:extLst>
              <a:ext uri="{FF2B5EF4-FFF2-40B4-BE49-F238E27FC236}">
                <a16:creationId xmlns:a16="http://schemas.microsoft.com/office/drawing/2014/main" xmlns="" id="{9BBB5A25-C9EB-5341-825E-5F181E66A36E}"/>
              </a:ext>
            </a:extLst>
          </p:cNvPr>
          <p:cNvSpPr>
            <a:spLocks noGrp="1"/>
          </p:cNvSpPr>
          <p:nvPr>
            <p:ph type="body" sz="quarter" idx="25"/>
          </p:nvPr>
        </p:nvSpPr>
        <p:spPr>
          <a:xfrm>
            <a:off x="10846594" y="4278324"/>
            <a:ext cx="10093752" cy="743404"/>
          </a:xfrm>
        </p:spPr>
        <p:txBody>
          <a:bodyPr/>
          <a:lstStyle/>
          <a:p>
            <a:r>
              <a:rPr lang="ru-RU" sz="4000" dirty="0" smtClean="0"/>
              <a:t>Сайт проекта</a:t>
            </a:r>
            <a:endParaRPr lang="en-US" sz="4000" dirty="0"/>
          </a:p>
        </p:txBody>
      </p:sp>
      <p:sp>
        <p:nvSpPr>
          <p:cNvPr id="6" name="Text Placeholder 5">
            <a:extLst>
              <a:ext uri="{FF2B5EF4-FFF2-40B4-BE49-F238E27FC236}">
                <a16:creationId xmlns:a16="http://schemas.microsoft.com/office/drawing/2014/main" xmlns="" id="{85A9E7BD-4717-AE45-8032-40FDF66389DE}"/>
              </a:ext>
            </a:extLst>
          </p:cNvPr>
          <p:cNvSpPr>
            <a:spLocks noGrp="1"/>
          </p:cNvSpPr>
          <p:nvPr>
            <p:ph type="body" sz="quarter" idx="26"/>
          </p:nvPr>
        </p:nvSpPr>
        <p:spPr>
          <a:xfrm>
            <a:off x="10855514" y="6686550"/>
            <a:ext cx="10093752" cy="2560239"/>
          </a:xfrm>
        </p:spPr>
        <p:txBody>
          <a:bodyPr/>
          <a:lstStyle/>
          <a:p>
            <a:pPr algn="just"/>
            <a:r>
              <a:rPr lang="ru-RU" sz="2800" dirty="0" smtClean="0"/>
              <a:t>Сайт проекта, зарегистрированным пользователям позволяет просмотреть информацию  о курсах, так же преподаватель может выкладывать свои курсы и оставлять ссылку на занятия. </a:t>
            </a:r>
          </a:p>
          <a:p>
            <a:pPr algn="just"/>
            <a:r>
              <a:rPr lang="ru-RU" sz="2800" dirty="0" smtClean="0"/>
              <a:t>Зарегистрированные пользователи могут оставлять свои отзывы о выбранном курсе, которые проходят модераторы.</a:t>
            </a:r>
            <a:endParaRPr lang="en-US" sz="2800" dirty="0"/>
          </a:p>
        </p:txBody>
      </p:sp>
      <p:sp>
        <p:nvSpPr>
          <p:cNvPr id="7" name="Text Placeholder 6">
            <a:extLst>
              <a:ext uri="{FF2B5EF4-FFF2-40B4-BE49-F238E27FC236}">
                <a16:creationId xmlns:a16="http://schemas.microsoft.com/office/drawing/2014/main" xmlns="" id="{705AE33B-7BAF-1E4D-BE89-F2C923239502}"/>
              </a:ext>
            </a:extLst>
          </p:cNvPr>
          <p:cNvSpPr>
            <a:spLocks noGrp="1"/>
          </p:cNvSpPr>
          <p:nvPr>
            <p:ph type="body" sz="quarter" idx="27"/>
          </p:nvPr>
        </p:nvSpPr>
        <p:spPr>
          <a:xfrm>
            <a:off x="10846595" y="12238205"/>
            <a:ext cx="10090978" cy="743404"/>
          </a:xfrm>
        </p:spPr>
        <p:txBody>
          <a:bodyPr/>
          <a:lstStyle/>
          <a:p>
            <a:r>
              <a:rPr lang="ru-RU" sz="4000" dirty="0" smtClean="0"/>
              <a:t>Дальнейшее развитие </a:t>
            </a:r>
            <a:r>
              <a:rPr lang="ru-RU" sz="4000" dirty="0" err="1" smtClean="0"/>
              <a:t>проета</a:t>
            </a:r>
            <a:endParaRPr lang="en-US" sz="4000" dirty="0"/>
          </a:p>
        </p:txBody>
      </p:sp>
      <p:sp>
        <p:nvSpPr>
          <p:cNvPr id="8" name="Text Placeholder 7">
            <a:extLst>
              <a:ext uri="{FF2B5EF4-FFF2-40B4-BE49-F238E27FC236}">
                <a16:creationId xmlns:a16="http://schemas.microsoft.com/office/drawing/2014/main" xmlns="" id="{E25233E8-6A5C-CC4F-AC23-8EC64C6E5F84}"/>
              </a:ext>
            </a:extLst>
          </p:cNvPr>
          <p:cNvSpPr>
            <a:spLocks noGrp="1"/>
          </p:cNvSpPr>
          <p:nvPr>
            <p:ph type="body" sz="quarter" idx="28"/>
          </p:nvPr>
        </p:nvSpPr>
        <p:spPr>
          <a:xfrm>
            <a:off x="10854419" y="15373350"/>
            <a:ext cx="10094847" cy="4283787"/>
          </a:xfrm>
        </p:spPr>
        <p:txBody>
          <a:bodyPr/>
          <a:lstStyle/>
          <a:p>
            <a:pPr algn="just"/>
            <a:r>
              <a:rPr lang="ru-RU" sz="2800" dirty="0" smtClean="0"/>
              <a:t>В дальнейшем планируется ввести </a:t>
            </a:r>
            <a:r>
              <a:rPr lang="ru-RU" sz="2800" dirty="0" err="1" smtClean="0"/>
              <a:t>модерацию</a:t>
            </a:r>
            <a:r>
              <a:rPr lang="ru-RU" sz="2800" dirty="0" smtClean="0"/>
              <a:t> создаваемых курсов  преподавателями, отзыв на преподавателя, запись на курс, после чего будет доступен просмотр теоретических материалов и </a:t>
            </a:r>
            <a:r>
              <a:rPr lang="ru-RU" sz="2800" dirty="0" err="1" smtClean="0"/>
              <a:t>подгрузка</a:t>
            </a:r>
            <a:r>
              <a:rPr lang="ru-RU" sz="2800" dirty="0" smtClean="0"/>
              <a:t>  домашних заданий в файловом виде. Так же ввести разграничение прав доступа к курсам, преподаватель сможет редактировать и удалять только те курсы, которые сам создавал.</a:t>
            </a:r>
          </a:p>
          <a:p>
            <a:pPr algn="just"/>
            <a:r>
              <a:rPr lang="ru-RU" sz="2800" dirty="0" smtClean="0"/>
              <a:t>Преподаватель сможет просматривать файлы, которые загрузил пользователь к заданному курсу. </a:t>
            </a:r>
            <a:endParaRPr lang="en-US" sz="2800" dirty="0"/>
          </a:p>
        </p:txBody>
      </p:sp>
      <p:sp>
        <p:nvSpPr>
          <p:cNvPr id="9" name="Text Placeholder 8">
            <a:extLst>
              <a:ext uri="{FF2B5EF4-FFF2-40B4-BE49-F238E27FC236}">
                <a16:creationId xmlns:a16="http://schemas.microsoft.com/office/drawing/2014/main" xmlns="" id="{78ADAE69-1854-3A41-A9FE-2F345960FBBC}"/>
              </a:ext>
            </a:extLst>
          </p:cNvPr>
          <p:cNvSpPr>
            <a:spLocks noGrp="1"/>
          </p:cNvSpPr>
          <p:nvPr>
            <p:ph type="body" sz="quarter" idx="29"/>
          </p:nvPr>
        </p:nvSpPr>
        <p:spPr>
          <a:xfrm>
            <a:off x="10854419" y="22768389"/>
            <a:ext cx="10085926" cy="743404"/>
          </a:xfrm>
        </p:spPr>
        <p:txBody>
          <a:bodyPr/>
          <a:lstStyle/>
          <a:p>
            <a:r>
              <a:rPr lang="ru-RU" sz="4000" dirty="0" smtClean="0"/>
              <a:t>Остались вопросы?</a:t>
            </a:r>
            <a:endParaRPr lang="en-US" sz="4000" dirty="0"/>
          </a:p>
        </p:txBody>
      </p:sp>
      <p:sp>
        <p:nvSpPr>
          <p:cNvPr id="10" name="Text Placeholder 9">
            <a:extLst>
              <a:ext uri="{FF2B5EF4-FFF2-40B4-BE49-F238E27FC236}">
                <a16:creationId xmlns:a16="http://schemas.microsoft.com/office/drawing/2014/main" xmlns="" id="{359A91B5-EE85-4B4C-9FDB-F7FC4635B4CA}"/>
              </a:ext>
            </a:extLst>
          </p:cNvPr>
          <p:cNvSpPr>
            <a:spLocks noGrp="1"/>
          </p:cNvSpPr>
          <p:nvPr>
            <p:ph type="body" sz="quarter" idx="30"/>
          </p:nvPr>
        </p:nvSpPr>
        <p:spPr>
          <a:xfrm>
            <a:off x="10846595" y="23343627"/>
            <a:ext cx="10090978" cy="750512"/>
          </a:xfrm>
        </p:spPr>
        <p:txBody>
          <a:bodyPr/>
          <a:lstStyle/>
          <a:p>
            <a:r>
              <a:rPr lang="ru-RU" sz="2800" dirty="0" smtClean="0"/>
              <a:t>Пишите на почту: </a:t>
            </a:r>
            <a:r>
              <a:rPr lang="en-US" sz="2800" dirty="0" smtClean="0"/>
              <a:t>polina</a:t>
            </a:r>
            <a:r>
              <a:rPr lang="en-US" sz="2800" dirty="0" smtClean="0"/>
              <a:t>.davytkina@mail.ru</a:t>
            </a:r>
            <a:endParaRPr lang="en-US" sz="2800" dirty="0"/>
          </a:p>
        </p:txBody>
      </p:sp>
      <p:sp>
        <p:nvSpPr>
          <p:cNvPr id="11" name="Text Placeholder 10">
            <a:extLst>
              <a:ext uri="{FF2B5EF4-FFF2-40B4-BE49-F238E27FC236}">
                <a16:creationId xmlns:a16="http://schemas.microsoft.com/office/drawing/2014/main" xmlns="" id="{5F0E11FE-B16A-5F49-B58D-AD107E3A39F3}"/>
              </a:ext>
            </a:extLst>
          </p:cNvPr>
          <p:cNvSpPr>
            <a:spLocks noGrp="1"/>
          </p:cNvSpPr>
          <p:nvPr>
            <p:ph type="body" sz="quarter" idx="96"/>
          </p:nvPr>
        </p:nvSpPr>
        <p:spPr>
          <a:xfrm>
            <a:off x="440616" y="12965640"/>
            <a:ext cx="10102728" cy="1181400"/>
          </a:xfrm>
        </p:spPr>
        <p:txBody>
          <a:bodyPr/>
          <a:lstStyle/>
          <a:p>
            <a:pPr algn="just"/>
            <a:r>
              <a:rPr lang="ru-RU" sz="2800" dirty="0" smtClean="0"/>
              <a:t>В каких отраслях пригодится использование программирования?</a:t>
            </a:r>
            <a:endParaRPr lang="en-US" sz="2800" dirty="0"/>
          </a:p>
        </p:txBody>
      </p:sp>
      <p:sp>
        <p:nvSpPr>
          <p:cNvPr id="12" name="Text Placeholder 11">
            <a:extLst>
              <a:ext uri="{FF2B5EF4-FFF2-40B4-BE49-F238E27FC236}">
                <a16:creationId xmlns:a16="http://schemas.microsoft.com/office/drawing/2014/main" xmlns="" id="{827F5134-00A6-FA44-9430-DB12E4A3578D}"/>
              </a:ext>
            </a:extLst>
          </p:cNvPr>
          <p:cNvSpPr>
            <a:spLocks noGrp="1"/>
          </p:cNvSpPr>
          <p:nvPr>
            <p:ph type="body" sz="quarter" idx="150"/>
          </p:nvPr>
        </p:nvSpPr>
        <p:spPr/>
        <p:txBody>
          <a:bodyPr/>
          <a:lstStyle/>
          <a:p>
            <a:endParaRPr lang="en-US"/>
          </a:p>
        </p:txBody>
      </p:sp>
      <p:sp>
        <p:nvSpPr>
          <p:cNvPr id="13" name="Text Placeholder 12">
            <a:extLst>
              <a:ext uri="{FF2B5EF4-FFF2-40B4-BE49-F238E27FC236}">
                <a16:creationId xmlns:a16="http://schemas.microsoft.com/office/drawing/2014/main" xmlns="" id="{3A2F3D82-D98C-CC4C-9CEF-0D4C76CE669B}"/>
              </a:ext>
            </a:extLst>
          </p:cNvPr>
          <p:cNvSpPr>
            <a:spLocks noGrp="1"/>
          </p:cNvSpPr>
          <p:nvPr>
            <p:ph type="body" sz="quarter" idx="151"/>
          </p:nvPr>
        </p:nvSpPr>
        <p:spPr/>
        <p:txBody>
          <a:bodyPr>
            <a:normAutofit fontScale="62500" lnSpcReduction="20000"/>
          </a:bodyPr>
          <a:lstStyle/>
          <a:p>
            <a:r>
              <a:rPr lang="ru-RU" dirty="0" smtClean="0"/>
              <a:t>Проект выполнен в рамках дисциплины «Проектная деятельность» Московского Политехнического Университета</a:t>
            </a:r>
            <a:endParaRPr lang="en-US" dirty="0" smtClean="0"/>
          </a:p>
          <a:p>
            <a:endParaRPr lang="en-US" dirty="0"/>
          </a:p>
        </p:txBody>
      </p:sp>
      <p:sp>
        <p:nvSpPr>
          <p:cNvPr id="14" name="Text Placeholder 13">
            <a:extLst>
              <a:ext uri="{FF2B5EF4-FFF2-40B4-BE49-F238E27FC236}">
                <a16:creationId xmlns:a16="http://schemas.microsoft.com/office/drawing/2014/main" xmlns="" id="{05879FE8-2C24-F444-9869-ABE55F774BD0}"/>
              </a:ext>
            </a:extLst>
          </p:cNvPr>
          <p:cNvSpPr>
            <a:spLocks noGrp="1"/>
          </p:cNvSpPr>
          <p:nvPr>
            <p:ph type="body" sz="quarter" idx="153"/>
          </p:nvPr>
        </p:nvSpPr>
        <p:spPr/>
        <p:txBody>
          <a:bodyPr/>
          <a:lstStyle/>
          <a:p>
            <a:r>
              <a:rPr lang="ru-RU" dirty="0" err="1" smtClean="0"/>
              <a:t>Онлайн-Школа</a:t>
            </a:r>
            <a:r>
              <a:rPr lang="ru-RU" dirty="0" smtClean="0"/>
              <a:t> «Найди себя»</a:t>
            </a:r>
            <a:endParaRPr lang="en-US" dirty="0" smtClean="0">
              <a:solidFill>
                <a:schemeClr val="accent5">
                  <a:lumMod val="50000"/>
                </a:schemeClr>
              </a:solidFill>
            </a:endParaRPr>
          </a:p>
          <a:p>
            <a:endParaRPr lang="en-US" dirty="0"/>
          </a:p>
        </p:txBody>
      </p:sp>
      <p:pic>
        <p:nvPicPr>
          <p:cNvPr id="2050" name="Picture 2" descr="https://habrastorage.org/webt/kc/4u/rq/kc4urq4m7nki9au9o7gjhxruohc.jpeg"/>
          <p:cNvPicPr>
            <a:picLocks noChangeAspect="1" noChangeArrowheads="1"/>
          </p:cNvPicPr>
          <p:nvPr/>
        </p:nvPicPr>
        <p:blipFill>
          <a:blip r:embed="rId2"/>
          <a:srcRect/>
          <a:stretch>
            <a:fillRect/>
          </a:stretch>
        </p:blipFill>
        <p:spPr bwMode="auto">
          <a:xfrm>
            <a:off x="1793875" y="13966044"/>
            <a:ext cx="7620000" cy="6924676"/>
          </a:xfrm>
          <a:prstGeom prst="rect">
            <a:avLst/>
          </a:prstGeom>
          <a:noFill/>
        </p:spPr>
      </p:pic>
      <p:sp>
        <p:nvSpPr>
          <p:cNvPr id="17" name="TextBox 16"/>
          <p:cNvSpPr txBox="1"/>
          <p:nvPr/>
        </p:nvSpPr>
        <p:spPr>
          <a:xfrm>
            <a:off x="449463" y="21469350"/>
            <a:ext cx="10093009" cy="3046988"/>
          </a:xfrm>
          <a:prstGeom prst="rect">
            <a:avLst/>
          </a:prstGeom>
          <a:noFill/>
        </p:spPr>
        <p:txBody>
          <a:bodyPr wrap="square" rtlCol="0">
            <a:spAutoFit/>
          </a:bodyPr>
          <a:lstStyle/>
          <a:p>
            <a:pPr algn="just"/>
            <a:r>
              <a:rPr lang="ru-RU" sz="3200" dirty="0" smtClean="0">
                <a:latin typeface="Times New Roman" panose="02020603050405020304" pitchFamily="18" charset="0"/>
                <a:cs typeface="Times New Roman" panose="02020603050405020304" pitchFamily="18" charset="0"/>
              </a:rPr>
              <a:t>Как мы видим из статистики следует, что программирование пригодится во многих отраслях, поэтому его изучение является актуальной  проблемой общества. Зачастую взрослые люди, которые хотели бы изучить что-то новое боятся пойти в университет, в такие моменты нас спасают </a:t>
            </a:r>
            <a:r>
              <a:rPr lang="ru-RU" sz="3200" dirty="0" err="1" smtClean="0">
                <a:latin typeface="Times New Roman" panose="02020603050405020304" pitchFamily="18" charset="0"/>
                <a:cs typeface="Times New Roman" panose="02020603050405020304" pitchFamily="18" charset="0"/>
              </a:rPr>
              <a:t>онлайн</a:t>
            </a:r>
            <a:r>
              <a:rPr lang="ru-RU" sz="3200" dirty="0" smtClean="0">
                <a:latin typeface="Times New Roman" panose="02020603050405020304" pitchFamily="18" charset="0"/>
                <a:cs typeface="Times New Roman" panose="02020603050405020304" pitchFamily="18" charset="0"/>
              </a:rPr>
              <a:t> курсы.</a:t>
            </a:r>
            <a:endParaRPr lang="ru-RU"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163722089"/>
      </p:ext>
    </p:extLst>
  </p:cSld>
  <p:clrMapOvr>
    <a:masterClrMapping/>
  </p:clrMapOvr>
</p:sld>
</file>

<file path=ppt/theme/theme1.xml><?xml version="1.0" encoding="utf-8"?>
<a:theme xmlns:a="http://schemas.openxmlformats.org/drawingml/2006/main" name="PosterPresentations.com-100CMx140C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Quick Guid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Classic - Wide Cent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PosterPresentations.com-100CMx140CM</Template>
  <TotalTime>240</TotalTime>
  <Words>224</Words>
  <Application>Microsoft Macintosh PowerPoint</Application>
  <PresentationFormat>Произвольный</PresentationFormat>
  <Paragraphs>16</Paragraphs>
  <Slides>1</Slides>
  <Notes>0</Notes>
  <HiddenSlides>0</HiddenSlides>
  <MMClips>0</MMClips>
  <ScaleCrop>false</ScaleCrop>
  <HeadingPairs>
    <vt:vector size="4" baseType="variant">
      <vt:variant>
        <vt:lpstr>Тема</vt:lpstr>
      </vt:variant>
      <vt:variant>
        <vt:i4>3</vt:i4>
      </vt:variant>
      <vt:variant>
        <vt:lpstr>Заголовки слайдов</vt:lpstr>
      </vt:variant>
      <vt:variant>
        <vt:i4>1</vt:i4>
      </vt:variant>
    </vt:vector>
  </HeadingPairs>
  <TitlesOfParts>
    <vt:vector size="4" baseType="lpstr">
      <vt:lpstr>PosterPresentations.com-100CMx140CM</vt:lpstr>
      <vt:lpstr>Without Quick Guides</vt:lpstr>
      <vt:lpstr>Classic - Wide Center</vt:lpstr>
      <vt:lpstr>Слайд 1</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Полина</cp:lastModifiedBy>
  <cp:revision>32</cp:revision>
  <dcterms:created xsi:type="dcterms:W3CDTF">2012-02-10T00:21:22Z</dcterms:created>
  <dcterms:modified xsi:type="dcterms:W3CDTF">2022-01-23T17:34:57Z</dcterms:modified>
</cp:coreProperties>
</file>