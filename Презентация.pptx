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1/23/2022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Проект </a:t>
            </a:r>
            <a:r>
              <a:rPr lang="ru-RU" dirty="0" err="1" smtClean="0"/>
              <a:t>Онлайн-школа</a:t>
            </a:r>
            <a:r>
              <a:rPr lang="ru-RU" dirty="0" smtClean="0"/>
              <a:t> «В поисках себя»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66800" y="4267200"/>
            <a:ext cx="7854696" cy="1752600"/>
          </a:xfrm>
        </p:spPr>
        <p:txBody>
          <a:bodyPr/>
          <a:lstStyle/>
          <a:p>
            <a:r>
              <a:rPr lang="ru-RU" dirty="0" smtClean="0"/>
              <a:t>Выполнила </a:t>
            </a:r>
          </a:p>
          <a:p>
            <a:r>
              <a:rPr lang="ru-RU" dirty="0" err="1" smtClean="0"/>
              <a:t>Давыткина</a:t>
            </a:r>
            <a:r>
              <a:rPr lang="ru-RU" dirty="0" smtClean="0"/>
              <a:t> Полина</a:t>
            </a:r>
          </a:p>
          <a:p>
            <a:r>
              <a:rPr lang="ru-RU" dirty="0" smtClean="0"/>
              <a:t>Группа 191-351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Участники проекта</a:t>
            </a:r>
            <a:endParaRPr lang="ru-RU" dirty="0"/>
          </a:p>
        </p:txBody>
      </p:sp>
      <p:pic>
        <p:nvPicPr>
          <p:cNvPr id="6" name="Содержимое 5" descr="IMG_031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998537" y="1920875"/>
            <a:ext cx="2955925" cy="4433888"/>
          </a:xfrm>
        </p:spPr>
      </p:pic>
      <p:sp>
        <p:nvSpPr>
          <p:cNvPr id="5" name="Содержимое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err="1" smtClean="0"/>
              <a:t>Давыткина</a:t>
            </a:r>
            <a:r>
              <a:rPr lang="ru-RU" dirty="0" smtClean="0"/>
              <a:t> Полина</a:t>
            </a:r>
          </a:p>
          <a:p>
            <a:r>
              <a:rPr lang="ru-RU" dirty="0" smtClean="0"/>
              <a:t>Группа 191-351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Общее задание и план работы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dirty="0" smtClean="0"/>
              <a:t>Задание:</a:t>
            </a:r>
          </a:p>
          <a:p>
            <a:pPr>
              <a:buNone/>
            </a:pPr>
            <a:r>
              <a:rPr lang="ru-RU" dirty="0" smtClean="0"/>
              <a:t>Создать </a:t>
            </a:r>
            <a:r>
              <a:rPr lang="ru-RU" dirty="0" err="1" smtClean="0"/>
              <a:t>онлайн</a:t>
            </a:r>
            <a:r>
              <a:rPr lang="ru-RU" dirty="0" smtClean="0"/>
              <a:t> площадку для размещения на ней различных курсов обучения.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dirty="0" smtClean="0"/>
              <a:t>План работы:</a:t>
            </a:r>
          </a:p>
          <a:p>
            <a:pPr lvl="0"/>
            <a:r>
              <a:rPr lang="ru-RU" dirty="0" smtClean="0"/>
              <a:t>составить план уроков;</a:t>
            </a:r>
          </a:p>
          <a:p>
            <a:pPr lvl="0"/>
            <a:r>
              <a:rPr lang="ru-RU" dirty="0" smtClean="0"/>
              <a:t>продумать черновую методичку;</a:t>
            </a:r>
          </a:p>
          <a:p>
            <a:pPr lvl="0"/>
            <a:r>
              <a:rPr lang="ru-RU" dirty="0" smtClean="0"/>
              <a:t>исправить недочеты, доработать подробнее;</a:t>
            </a:r>
          </a:p>
          <a:p>
            <a:pPr lvl="0"/>
            <a:r>
              <a:rPr lang="ru-RU" dirty="0" smtClean="0"/>
              <a:t>добавить домашнее задание по пройденным темам;</a:t>
            </a:r>
          </a:p>
          <a:p>
            <a:pPr lvl="0"/>
            <a:r>
              <a:rPr lang="ru-RU" dirty="0" smtClean="0"/>
              <a:t>сделать сайт с различными способами аутентификации, где будут выложены материалы.</a:t>
            </a:r>
          </a:p>
          <a:p>
            <a:pPr>
              <a:buFont typeface="Arial" pitchFamily="34" charset="0"/>
              <a:buChar char="•"/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разработки </a:t>
            </a:r>
            <a:r>
              <a:rPr lang="ru-RU" dirty="0" err="1" smtClean="0"/>
              <a:t>проета</a:t>
            </a:r>
            <a:endParaRPr lang="ru-RU" dirty="0"/>
          </a:p>
        </p:txBody>
      </p:sp>
      <p:sp>
        <p:nvSpPr>
          <p:cNvPr id="7" name="Содержимое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Разработать методические материалы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Разработать сайт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</a:t>
            </a:r>
            <a:r>
              <a:rPr lang="ru-RU" dirty="0" err="1" smtClean="0"/>
              <a:t>проета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Был разработан курс по программированию на </a:t>
            </a:r>
            <a:r>
              <a:rPr lang="en-US" dirty="0" smtClean="0"/>
              <a:t>Python</a:t>
            </a:r>
            <a:endParaRPr lang="ru-RU" dirty="0" smtClean="0"/>
          </a:p>
          <a:p>
            <a:r>
              <a:rPr lang="ru-RU" dirty="0" smtClean="0"/>
              <a:t>Был разработан сайт для размещения курсов.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1219200" y="4572000"/>
            <a:ext cx="7772400" cy="1509712"/>
          </a:xfrm>
        </p:spPr>
        <p:txBody>
          <a:bodyPr/>
          <a:lstStyle/>
          <a:p>
            <a:pPr algn="r"/>
            <a:r>
              <a:rPr lang="ru-RU" dirty="0" smtClean="0"/>
              <a:t>Контактная информация:</a:t>
            </a:r>
          </a:p>
          <a:p>
            <a:pPr algn="r"/>
            <a:r>
              <a:rPr lang="en-US" dirty="0" smtClean="0"/>
              <a:t>polina.davytkina@mail.ru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104</Words>
  <PresentationFormat>Экран (4:3)</PresentationFormat>
  <Paragraphs>25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Поток</vt:lpstr>
      <vt:lpstr>Проект Онлайн-школа «В поисках себя»</vt:lpstr>
      <vt:lpstr>Участники проекта</vt:lpstr>
      <vt:lpstr>Общее задание и план работы</vt:lpstr>
      <vt:lpstr>Этапы разработки проета</vt:lpstr>
      <vt:lpstr>Результаты проета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Онлайн-школа «В поисках себя»</dc:title>
  <dc:creator>Polina</dc:creator>
  <cp:lastModifiedBy>Полина</cp:lastModifiedBy>
  <cp:revision>1</cp:revision>
  <dcterms:created xsi:type="dcterms:W3CDTF">2022-01-23T16:30:34Z</dcterms:created>
  <dcterms:modified xsi:type="dcterms:W3CDTF">2022-01-23T17:49:11Z</dcterms:modified>
</cp:coreProperties>
</file>